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87"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37" d="100"/>
          <a:sy n="37" d="100"/>
        </p:scale>
        <p:origin x="67" y="7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jatha s" userId="16e5d6df1050d5eb" providerId="LiveId" clId="{CCE2FCF9-C6E9-4DEF-9BC1-26B14B99236D}"/>
    <pc:docChg chg="undo custSel addSld modSld">
      <pc:chgData name="sujatha s" userId="16e5d6df1050d5eb" providerId="LiveId" clId="{CCE2FCF9-C6E9-4DEF-9BC1-26B14B99236D}" dt="2026-05-26T15:12:08.777" v="706" actId="20577"/>
      <pc:docMkLst>
        <pc:docMk/>
      </pc:docMkLst>
      <pc:sldChg chg="modSp mod">
        <pc:chgData name="sujatha s" userId="16e5d6df1050d5eb" providerId="LiveId" clId="{CCE2FCF9-C6E9-4DEF-9BC1-26B14B99236D}" dt="2026-05-25T13:03:22.143" v="75" actId="20577"/>
        <pc:sldMkLst>
          <pc:docMk/>
          <pc:sldMk cId="222887915" sldId="259"/>
        </pc:sldMkLst>
        <pc:spChg chg="mod">
          <ac:chgData name="sujatha s" userId="16e5d6df1050d5eb" providerId="LiveId" clId="{CCE2FCF9-C6E9-4DEF-9BC1-26B14B99236D}" dt="2026-05-25T13:03:22.143" v="75" actId="20577"/>
          <ac:spMkLst>
            <pc:docMk/>
            <pc:sldMk cId="222887915" sldId="259"/>
            <ac:spMk id="2" creationId="{DC86A9AB-408E-6D22-054A-CE2A4C96FF67}"/>
          </ac:spMkLst>
        </pc:spChg>
      </pc:sldChg>
      <pc:sldChg chg="addSp delSp modSp mod">
        <pc:chgData name="sujatha s" userId="16e5d6df1050d5eb" providerId="LiveId" clId="{CCE2FCF9-C6E9-4DEF-9BC1-26B14B99236D}" dt="2026-05-26T04:49:09.121" v="490" actId="20577"/>
        <pc:sldMkLst>
          <pc:docMk/>
          <pc:sldMk cId="4068676884" sldId="261"/>
        </pc:sldMkLst>
        <pc:spChg chg="mod">
          <ac:chgData name="sujatha s" userId="16e5d6df1050d5eb" providerId="LiveId" clId="{CCE2FCF9-C6E9-4DEF-9BC1-26B14B99236D}" dt="2026-05-26T04:49:09.121" v="490" actId="20577"/>
          <ac:spMkLst>
            <pc:docMk/>
            <pc:sldMk cId="4068676884" sldId="261"/>
            <ac:spMk id="2" creationId="{56C1FFC5-3B7C-7292-D143-DAC1B90EFA66}"/>
          </ac:spMkLst>
        </pc:spChg>
        <pc:picChg chg="add del mod">
          <ac:chgData name="sujatha s" userId="16e5d6df1050d5eb" providerId="LiveId" clId="{CCE2FCF9-C6E9-4DEF-9BC1-26B14B99236D}" dt="2026-05-25T12:53:12.088" v="11" actId="478"/>
          <ac:picMkLst>
            <pc:docMk/>
            <pc:sldMk cId="4068676884" sldId="261"/>
            <ac:picMk id="4" creationId="{5167A786-67FC-2487-49DC-5323B49BC057}"/>
          </ac:picMkLst>
        </pc:picChg>
        <pc:picChg chg="add mod">
          <ac:chgData name="sujatha s" userId="16e5d6df1050d5eb" providerId="LiveId" clId="{CCE2FCF9-C6E9-4DEF-9BC1-26B14B99236D}" dt="2026-05-25T12:53:24.183" v="14" actId="14100"/>
          <ac:picMkLst>
            <pc:docMk/>
            <pc:sldMk cId="4068676884" sldId="261"/>
            <ac:picMk id="5" creationId="{305D2567-5347-B443-5786-57641DE443FE}"/>
          </ac:picMkLst>
        </pc:picChg>
      </pc:sldChg>
      <pc:sldChg chg="addSp modSp">
        <pc:chgData name="sujatha s" userId="16e5d6df1050d5eb" providerId="LiveId" clId="{CCE2FCF9-C6E9-4DEF-9BC1-26B14B99236D}" dt="2026-05-25T12:53:29.919" v="15" actId="14100"/>
        <pc:sldMkLst>
          <pc:docMk/>
          <pc:sldMk cId="3681330902" sldId="262"/>
        </pc:sldMkLst>
        <pc:picChg chg="add mod">
          <ac:chgData name="sujatha s" userId="16e5d6df1050d5eb" providerId="LiveId" clId="{CCE2FCF9-C6E9-4DEF-9BC1-26B14B99236D}" dt="2026-05-25T12:53:29.919" v="15" actId="14100"/>
          <ac:picMkLst>
            <pc:docMk/>
            <pc:sldMk cId="3681330902" sldId="262"/>
            <ac:picMk id="4" creationId="{F2430336-EF6C-2A67-3EA4-1098EA98895C}"/>
          </ac:picMkLst>
        </pc:picChg>
      </pc:sldChg>
      <pc:sldChg chg="addSp modSp">
        <pc:chgData name="sujatha s" userId="16e5d6df1050d5eb" providerId="LiveId" clId="{CCE2FCF9-C6E9-4DEF-9BC1-26B14B99236D}" dt="2026-05-25T12:53:38.499" v="16"/>
        <pc:sldMkLst>
          <pc:docMk/>
          <pc:sldMk cId="1514693549" sldId="263"/>
        </pc:sldMkLst>
        <pc:picChg chg="add mod">
          <ac:chgData name="sujatha s" userId="16e5d6df1050d5eb" providerId="LiveId" clId="{CCE2FCF9-C6E9-4DEF-9BC1-26B14B99236D}" dt="2026-05-25T12:53:38.499" v="16"/>
          <ac:picMkLst>
            <pc:docMk/>
            <pc:sldMk cId="1514693549" sldId="263"/>
            <ac:picMk id="4" creationId="{82271332-FE33-4236-B9F0-281879B445D9}"/>
          </ac:picMkLst>
        </pc:picChg>
      </pc:sldChg>
      <pc:sldChg chg="addSp modSp mod">
        <pc:chgData name="sujatha s" userId="16e5d6df1050d5eb" providerId="LiveId" clId="{CCE2FCF9-C6E9-4DEF-9BC1-26B14B99236D}" dt="2026-05-25T13:28:29.624" v="133" actId="20577"/>
        <pc:sldMkLst>
          <pc:docMk/>
          <pc:sldMk cId="3684957894" sldId="264"/>
        </pc:sldMkLst>
        <pc:spChg chg="mod">
          <ac:chgData name="sujatha s" userId="16e5d6df1050d5eb" providerId="LiveId" clId="{CCE2FCF9-C6E9-4DEF-9BC1-26B14B99236D}" dt="2026-05-25T13:23:47.791" v="118" actId="1076"/>
          <ac:spMkLst>
            <pc:docMk/>
            <pc:sldMk cId="3684957894" sldId="264"/>
            <ac:spMk id="8" creationId="{46A1ABF2-0C7C-5A98-0442-43579658A681}"/>
          </ac:spMkLst>
        </pc:spChg>
        <pc:spChg chg="mod">
          <ac:chgData name="sujatha s" userId="16e5d6df1050d5eb" providerId="LiveId" clId="{CCE2FCF9-C6E9-4DEF-9BC1-26B14B99236D}" dt="2026-05-25T13:28:29.624" v="133" actId="20577"/>
          <ac:spMkLst>
            <pc:docMk/>
            <pc:sldMk cId="3684957894" sldId="264"/>
            <ac:spMk id="10" creationId="{02E8123B-9FAE-6EAE-769E-A4A8E2457E63}"/>
          </ac:spMkLst>
        </pc:spChg>
        <pc:graphicFrameChg chg="mod">
          <ac:chgData name="sujatha s" userId="16e5d6df1050d5eb" providerId="LiveId" clId="{CCE2FCF9-C6E9-4DEF-9BC1-26B14B99236D}" dt="2026-05-25T13:23:51.328" v="119" actId="1076"/>
          <ac:graphicFrameMkLst>
            <pc:docMk/>
            <pc:sldMk cId="3684957894" sldId="264"/>
            <ac:graphicFrameMk id="7" creationId="{AF4FBA19-4B78-803F-432A-C354D934CBF2}"/>
          </ac:graphicFrameMkLst>
        </pc:graphicFrameChg>
        <pc:picChg chg="add mod">
          <ac:chgData name="sujatha s" userId="16e5d6df1050d5eb" providerId="LiveId" clId="{CCE2FCF9-C6E9-4DEF-9BC1-26B14B99236D}" dt="2026-05-25T13:05:04.275" v="78" actId="1076"/>
          <ac:picMkLst>
            <pc:docMk/>
            <pc:sldMk cId="3684957894" sldId="264"/>
            <ac:picMk id="11" creationId="{47569176-1A23-5623-DC4E-F87C8E0AD487}"/>
          </ac:picMkLst>
        </pc:picChg>
      </pc:sldChg>
      <pc:sldChg chg="addSp delSp modSp mod modTransition">
        <pc:chgData name="sujatha s" userId="16e5d6df1050d5eb" providerId="LiveId" clId="{CCE2FCF9-C6E9-4DEF-9BC1-26B14B99236D}" dt="2026-05-26T04:53:52.728" v="523"/>
        <pc:sldMkLst>
          <pc:docMk/>
          <pc:sldMk cId="1861591117" sldId="265"/>
        </pc:sldMkLst>
        <pc:spChg chg="del">
          <ac:chgData name="sujatha s" userId="16e5d6df1050d5eb" providerId="LiveId" clId="{CCE2FCF9-C6E9-4DEF-9BC1-26B14B99236D}" dt="2026-05-25T13:36:33.494" v="157" actId="21"/>
          <ac:spMkLst>
            <pc:docMk/>
            <pc:sldMk cId="1861591117" sldId="265"/>
            <ac:spMk id="12" creationId="{050F56D5-DE71-1CA3-EF26-2CBCBF656756}"/>
          </ac:spMkLst>
        </pc:spChg>
        <pc:spChg chg="add mod">
          <ac:chgData name="sujatha s" userId="16e5d6df1050d5eb" providerId="LiveId" clId="{CCE2FCF9-C6E9-4DEF-9BC1-26B14B99236D}" dt="2026-05-26T04:52:20.847" v="519" actId="6549"/>
          <ac:spMkLst>
            <pc:docMk/>
            <pc:sldMk cId="1861591117" sldId="265"/>
            <ac:spMk id="14" creationId="{1D6D359B-9F2A-B7DB-838D-9F4E9BE6D5F5}"/>
          </ac:spMkLst>
        </pc:spChg>
        <pc:spChg chg="add del mod">
          <ac:chgData name="sujatha s" userId="16e5d6df1050d5eb" providerId="LiveId" clId="{CCE2FCF9-C6E9-4DEF-9BC1-26B14B99236D}" dt="2026-05-25T13:37:35.256" v="165" actId="21"/>
          <ac:spMkLst>
            <pc:docMk/>
            <pc:sldMk cId="1861591117" sldId="265"/>
            <ac:spMk id="16" creationId="{5A787124-D83E-9D96-6D1B-57965949EFBB}"/>
          </ac:spMkLst>
        </pc:spChg>
        <pc:spChg chg="add mod">
          <ac:chgData name="sujatha s" userId="16e5d6df1050d5eb" providerId="LiveId" clId="{CCE2FCF9-C6E9-4DEF-9BC1-26B14B99236D}" dt="2026-05-26T04:51:07.588" v="511" actId="20577"/>
          <ac:spMkLst>
            <pc:docMk/>
            <pc:sldMk cId="1861591117" sldId="265"/>
            <ac:spMk id="18" creationId="{03A6231B-2F5B-07A2-35C9-D56CE22AA793}"/>
          </ac:spMkLst>
        </pc:spChg>
        <pc:graphicFrameChg chg="add del">
          <ac:chgData name="sujatha s" userId="16e5d6df1050d5eb" providerId="LiveId" clId="{CCE2FCF9-C6E9-4DEF-9BC1-26B14B99236D}" dt="2026-05-25T13:37:51.719" v="167" actId="21"/>
          <ac:graphicFrameMkLst>
            <pc:docMk/>
            <pc:sldMk cId="1861591117" sldId="265"/>
            <ac:graphicFrameMk id="5" creationId="{ED2C998E-F40D-D979-580D-AFB9D1C334F3}"/>
          </ac:graphicFrameMkLst>
        </pc:graphicFrameChg>
      </pc:sldChg>
      <pc:sldChg chg="addSp delSp modSp mod">
        <pc:chgData name="sujatha s" userId="16e5d6df1050d5eb" providerId="LiveId" clId="{CCE2FCF9-C6E9-4DEF-9BC1-26B14B99236D}" dt="2026-05-26T04:55:34.733" v="667" actId="20577"/>
        <pc:sldMkLst>
          <pc:docMk/>
          <pc:sldMk cId="1398080359" sldId="266"/>
        </pc:sldMkLst>
        <pc:spChg chg="del mod">
          <ac:chgData name="sujatha s" userId="16e5d6df1050d5eb" providerId="LiveId" clId="{CCE2FCF9-C6E9-4DEF-9BC1-26B14B99236D}" dt="2026-05-25T13:36:36.735" v="158"/>
          <ac:spMkLst>
            <pc:docMk/>
            <pc:sldMk cId="1398080359" sldId="266"/>
            <ac:spMk id="4" creationId="{117EC0F4-3155-5DCA-691B-87A2B3688B35}"/>
          </ac:spMkLst>
        </pc:spChg>
        <pc:spChg chg="add mod">
          <ac:chgData name="sujatha s" userId="16e5d6df1050d5eb" providerId="LiveId" clId="{CCE2FCF9-C6E9-4DEF-9BC1-26B14B99236D}" dt="2026-05-26T04:55:34.733" v="667" actId="20577"/>
          <ac:spMkLst>
            <pc:docMk/>
            <pc:sldMk cId="1398080359" sldId="266"/>
            <ac:spMk id="7" creationId="{050F56D5-DE71-1CA3-EF26-2CBCBF656756}"/>
          </ac:spMkLst>
        </pc:spChg>
        <pc:graphicFrameChg chg="add mod">
          <ac:chgData name="sujatha s" userId="16e5d6df1050d5eb" providerId="LiveId" clId="{CCE2FCF9-C6E9-4DEF-9BC1-26B14B99236D}" dt="2026-05-25T13:37:31.057" v="164" actId="1076"/>
          <ac:graphicFrameMkLst>
            <pc:docMk/>
            <pc:sldMk cId="1398080359" sldId="266"/>
            <ac:graphicFrameMk id="8" creationId="{ED2C998E-F40D-D979-580D-AFB9D1C334F3}"/>
          </ac:graphicFrameMkLst>
        </pc:graphicFrameChg>
        <pc:graphicFrameChg chg="add mod">
          <ac:chgData name="sujatha s" userId="16e5d6df1050d5eb" providerId="LiveId" clId="{CCE2FCF9-C6E9-4DEF-9BC1-26B14B99236D}" dt="2026-05-25T13:38:00.674" v="169" actId="1076"/>
          <ac:graphicFrameMkLst>
            <pc:docMk/>
            <pc:sldMk cId="1398080359" sldId="266"/>
            <ac:graphicFrameMk id="10" creationId="{ED2C998E-F40D-D979-580D-AFB9D1C334F3}"/>
          </ac:graphicFrameMkLst>
        </pc:graphicFrameChg>
      </pc:sldChg>
      <pc:sldChg chg="addSp modSp mod">
        <pc:chgData name="sujatha s" userId="16e5d6df1050d5eb" providerId="LiveId" clId="{CCE2FCF9-C6E9-4DEF-9BC1-26B14B99236D}" dt="2026-05-25T13:40:57.534" v="182" actId="1076"/>
        <pc:sldMkLst>
          <pc:docMk/>
          <pc:sldMk cId="2080600432" sldId="267"/>
        </pc:sldMkLst>
        <pc:spChg chg="mod">
          <ac:chgData name="sujatha s" userId="16e5d6df1050d5eb" providerId="LiveId" clId="{CCE2FCF9-C6E9-4DEF-9BC1-26B14B99236D}" dt="2026-05-25T13:40:29.216" v="175" actId="1076"/>
          <ac:spMkLst>
            <pc:docMk/>
            <pc:sldMk cId="2080600432" sldId="267"/>
            <ac:spMk id="6" creationId="{D3321CFC-E18F-567A-D181-841FABE5E376}"/>
          </ac:spMkLst>
        </pc:spChg>
        <pc:spChg chg="mod">
          <ac:chgData name="sujatha s" userId="16e5d6df1050d5eb" providerId="LiveId" clId="{CCE2FCF9-C6E9-4DEF-9BC1-26B14B99236D}" dt="2026-05-25T13:40:36.967" v="177" actId="1076"/>
          <ac:spMkLst>
            <pc:docMk/>
            <pc:sldMk cId="2080600432" sldId="267"/>
            <ac:spMk id="8" creationId="{87633409-FA36-F75E-FE83-DA135A88CFD8}"/>
          </ac:spMkLst>
        </pc:spChg>
        <pc:spChg chg="mod">
          <ac:chgData name="sujatha s" userId="16e5d6df1050d5eb" providerId="LiveId" clId="{CCE2FCF9-C6E9-4DEF-9BC1-26B14B99236D}" dt="2026-05-25T13:40:49.611" v="180" actId="1076"/>
          <ac:spMkLst>
            <pc:docMk/>
            <pc:sldMk cId="2080600432" sldId="267"/>
            <ac:spMk id="10" creationId="{13EC5411-CBEC-7CFD-3F1A-AA982218E487}"/>
          </ac:spMkLst>
        </pc:spChg>
        <pc:graphicFrameChg chg="mod">
          <ac:chgData name="sujatha s" userId="16e5d6df1050d5eb" providerId="LiveId" clId="{CCE2FCF9-C6E9-4DEF-9BC1-26B14B99236D}" dt="2026-05-25T13:40:32.968" v="176" actId="1076"/>
          <ac:graphicFrameMkLst>
            <pc:docMk/>
            <pc:sldMk cId="2080600432" sldId="267"/>
            <ac:graphicFrameMk id="2" creationId="{36E31133-B6BF-E108-6B81-4BDAA2F8F2AC}"/>
          </ac:graphicFrameMkLst>
        </pc:graphicFrameChg>
        <pc:graphicFrameChg chg="mod modGraphic">
          <ac:chgData name="sujatha s" userId="16e5d6df1050d5eb" providerId="LiveId" clId="{CCE2FCF9-C6E9-4DEF-9BC1-26B14B99236D}" dt="2026-05-25T13:40:45.195" v="179" actId="14100"/>
          <ac:graphicFrameMkLst>
            <pc:docMk/>
            <pc:sldMk cId="2080600432" sldId="267"/>
            <ac:graphicFrameMk id="5" creationId="{6B92C218-4AB5-662D-7992-8F2C1DDB173A}"/>
          </ac:graphicFrameMkLst>
        </pc:graphicFrameChg>
        <pc:picChg chg="add mod">
          <ac:chgData name="sujatha s" userId="16e5d6df1050d5eb" providerId="LiveId" clId="{CCE2FCF9-C6E9-4DEF-9BC1-26B14B99236D}" dt="2026-05-25T13:40:57.534" v="182" actId="1076"/>
          <ac:picMkLst>
            <pc:docMk/>
            <pc:sldMk cId="2080600432" sldId="267"/>
            <ac:picMk id="11" creationId="{40D634EE-E635-8E55-69DB-1AC20427B538}"/>
          </ac:picMkLst>
        </pc:picChg>
      </pc:sldChg>
      <pc:sldChg chg="addSp modSp mod">
        <pc:chgData name="sujatha s" userId="16e5d6df1050d5eb" providerId="LiveId" clId="{CCE2FCF9-C6E9-4DEF-9BC1-26B14B99236D}" dt="2026-05-26T05:02:36.631" v="675" actId="20577"/>
        <pc:sldMkLst>
          <pc:docMk/>
          <pc:sldMk cId="2146137548" sldId="268"/>
        </pc:sldMkLst>
        <pc:spChg chg="mod">
          <ac:chgData name="sujatha s" userId="16e5d6df1050d5eb" providerId="LiveId" clId="{CCE2FCF9-C6E9-4DEF-9BC1-26B14B99236D}" dt="2026-05-26T05:02:36.631" v="675" actId="20577"/>
          <ac:spMkLst>
            <pc:docMk/>
            <pc:sldMk cId="2146137548" sldId="268"/>
            <ac:spMk id="8" creationId="{A8C6EA48-3522-86EB-A05D-C508CEE19F0C}"/>
          </ac:spMkLst>
        </pc:spChg>
        <pc:spChg chg="mod">
          <ac:chgData name="sujatha s" userId="16e5d6df1050d5eb" providerId="LiveId" clId="{CCE2FCF9-C6E9-4DEF-9BC1-26B14B99236D}" dt="2026-05-25T13:42:38.105" v="220" actId="1076"/>
          <ac:spMkLst>
            <pc:docMk/>
            <pc:sldMk cId="2146137548" sldId="268"/>
            <ac:spMk id="10" creationId="{4E4DB0E9-9172-DB0F-50BB-EF9F153BA29B}"/>
          </ac:spMkLst>
        </pc:spChg>
        <pc:graphicFrameChg chg="mod">
          <ac:chgData name="sujatha s" userId="16e5d6df1050d5eb" providerId="LiveId" clId="{CCE2FCF9-C6E9-4DEF-9BC1-26B14B99236D}" dt="2026-05-25T13:39:55.159" v="170" actId="1076"/>
          <ac:graphicFrameMkLst>
            <pc:docMk/>
            <pc:sldMk cId="2146137548" sldId="268"/>
            <ac:graphicFrameMk id="4" creationId="{D0B52626-5177-73F4-DCA3-F48C32EA31CA}"/>
          </ac:graphicFrameMkLst>
        </pc:graphicFrameChg>
        <pc:graphicFrameChg chg="mod modGraphic">
          <ac:chgData name="sujatha s" userId="16e5d6df1050d5eb" providerId="LiveId" clId="{CCE2FCF9-C6E9-4DEF-9BC1-26B14B99236D}" dt="2026-05-26T05:02:17.190" v="673" actId="20577"/>
          <ac:graphicFrameMkLst>
            <pc:docMk/>
            <pc:sldMk cId="2146137548" sldId="268"/>
            <ac:graphicFrameMk id="5" creationId="{7B41610F-1DED-0F25-FDD2-AC2122948A19}"/>
          </ac:graphicFrameMkLst>
        </pc:graphicFrameChg>
        <pc:picChg chg="add mod">
          <ac:chgData name="sujatha s" userId="16e5d6df1050d5eb" providerId="LiveId" clId="{CCE2FCF9-C6E9-4DEF-9BC1-26B14B99236D}" dt="2026-05-25T13:40:04.967" v="172"/>
          <ac:picMkLst>
            <pc:docMk/>
            <pc:sldMk cId="2146137548" sldId="268"/>
            <ac:picMk id="13" creationId="{4B7928FC-20BC-B779-2C6B-A79725CE6ABE}"/>
          </ac:picMkLst>
        </pc:picChg>
      </pc:sldChg>
      <pc:sldChg chg="addSp modSp mod">
        <pc:chgData name="sujatha s" userId="16e5d6df1050d5eb" providerId="LiveId" clId="{CCE2FCF9-C6E9-4DEF-9BC1-26B14B99236D}" dt="2026-05-26T15:12:08.777" v="706" actId="20577"/>
        <pc:sldMkLst>
          <pc:docMk/>
          <pc:sldMk cId="669664875" sldId="269"/>
        </pc:sldMkLst>
        <pc:graphicFrameChg chg="modGraphic">
          <ac:chgData name="sujatha s" userId="16e5d6df1050d5eb" providerId="LiveId" clId="{CCE2FCF9-C6E9-4DEF-9BC1-26B14B99236D}" dt="2026-05-26T15:12:08.777" v="706" actId="20577"/>
          <ac:graphicFrameMkLst>
            <pc:docMk/>
            <pc:sldMk cId="669664875" sldId="269"/>
            <ac:graphicFrameMk id="5" creationId="{FED34D58-170B-09AE-3B60-BF783CA9184A}"/>
          </ac:graphicFrameMkLst>
        </pc:graphicFrameChg>
        <pc:picChg chg="add mod">
          <ac:chgData name="sujatha s" userId="16e5d6df1050d5eb" providerId="LiveId" clId="{CCE2FCF9-C6E9-4DEF-9BC1-26B14B99236D}" dt="2026-05-26T05:03:23.353" v="679" actId="1076"/>
          <ac:picMkLst>
            <pc:docMk/>
            <pc:sldMk cId="669664875" sldId="269"/>
            <ac:picMk id="6" creationId="{FBC58096-2A7D-08FD-879B-37AB392FFB41}"/>
          </ac:picMkLst>
        </pc:picChg>
      </pc:sldChg>
      <pc:sldChg chg="addSp modSp">
        <pc:chgData name="sujatha s" userId="16e5d6df1050d5eb" providerId="LiveId" clId="{CCE2FCF9-C6E9-4DEF-9BC1-26B14B99236D}" dt="2026-05-26T05:04:46.996" v="689" actId="1076"/>
        <pc:sldMkLst>
          <pc:docMk/>
          <pc:sldMk cId="1816511783" sldId="270"/>
        </pc:sldMkLst>
        <pc:picChg chg="add mod">
          <ac:chgData name="sujatha s" userId="16e5d6df1050d5eb" providerId="LiveId" clId="{CCE2FCF9-C6E9-4DEF-9BC1-26B14B99236D}" dt="2026-05-26T05:04:46.996" v="689" actId="1076"/>
          <ac:picMkLst>
            <pc:docMk/>
            <pc:sldMk cId="1816511783" sldId="270"/>
            <ac:picMk id="6" creationId="{198A6E46-12AA-2919-0273-017AC8858C5D}"/>
          </ac:picMkLst>
        </pc:picChg>
      </pc:sldChg>
      <pc:sldChg chg="addSp modSp mod">
        <pc:chgData name="sujatha s" userId="16e5d6df1050d5eb" providerId="LiveId" clId="{CCE2FCF9-C6E9-4DEF-9BC1-26B14B99236D}" dt="2026-05-26T05:06:26.709" v="698" actId="20577"/>
        <pc:sldMkLst>
          <pc:docMk/>
          <pc:sldMk cId="1706163144" sldId="271"/>
        </pc:sldMkLst>
        <pc:graphicFrameChg chg="modGraphic">
          <ac:chgData name="sujatha s" userId="16e5d6df1050d5eb" providerId="LiveId" clId="{CCE2FCF9-C6E9-4DEF-9BC1-26B14B99236D}" dt="2026-05-26T05:06:26.709" v="698" actId="20577"/>
          <ac:graphicFrameMkLst>
            <pc:docMk/>
            <pc:sldMk cId="1706163144" sldId="271"/>
            <ac:graphicFrameMk id="4" creationId="{1AAF0BAD-1E38-4BA5-E74A-74CF103907E1}"/>
          </ac:graphicFrameMkLst>
        </pc:graphicFrameChg>
        <pc:picChg chg="add mod">
          <ac:chgData name="sujatha s" userId="16e5d6df1050d5eb" providerId="LiveId" clId="{CCE2FCF9-C6E9-4DEF-9BC1-26B14B99236D}" dt="2026-05-26T05:05:30.229" v="690"/>
          <ac:picMkLst>
            <pc:docMk/>
            <pc:sldMk cId="1706163144" sldId="271"/>
            <ac:picMk id="5" creationId="{F2A9AD65-E63E-E143-7CD7-59A7E9A9DCD7}"/>
          </ac:picMkLst>
        </pc:picChg>
      </pc:sldChg>
      <pc:sldChg chg="modSp new mod">
        <pc:chgData name="sujatha s" userId="16e5d6df1050d5eb" providerId="LiveId" clId="{CCE2FCF9-C6E9-4DEF-9BC1-26B14B99236D}" dt="2026-05-26T04:49:19.452" v="505" actId="20577"/>
        <pc:sldMkLst>
          <pc:docMk/>
          <pc:sldMk cId="2343046302" sldId="287"/>
        </pc:sldMkLst>
        <pc:spChg chg="mod">
          <ac:chgData name="sujatha s" userId="16e5d6df1050d5eb" providerId="LiveId" clId="{CCE2FCF9-C6E9-4DEF-9BC1-26B14B99236D}" dt="2026-05-26T04:49:19.452" v="505" actId="20577"/>
          <ac:spMkLst>
            <pc:docMk/>
            <pc:sldMk cId="2343046302" sldId="287"/>
            <ac:spMk id="2" creationId="{9DD8B33A-B76E-4C8A-80CA-31CBE6B2F8B4}"/>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E095A9-80B4-4FE7-9E61-C6EE1FF79106}"/>
              </a:ext>
            </a:extLst>
          </p:cNvPr>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sz="1800" dirty="0">
              <a:latin typeface="Arial" pitchFamily="34" charset="0"/>
              <a:cs typeface="Arial" pitchFamily="34" charset="0"/>
            </a:endParaRPr>
          </a:p>
        </p:txBody>
      </p:sp>
      <p:sp>
        <p:nvSpPr>
          <p:cNvPr id="4" name="Rectangle 3">
            <a:extLst>
              <a:ext uri="{FF2B5EF4-FFF2-40B4-BE49-F238E27FC236}">
                <a16:creationId xmlns:a16="http://schemas.microsoft.com/office/drawing/2014/main" id="{B242F09A-29F4-4136-BA54-3F52094931FE}"/>
              </a:ext>
            </a:extLst>
          </p:cNvPr>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5" name="Rectangle 4">
            <a:extLst>
              <a:ext uri="{FF2B5EF4-FFF2-40B4-BE49-F238E27FC236}">
                <a16:creationId xmlns:a16="http://schemas.microsoft.com/office/drawing/2014/main" id="{523E645D-696E-4271-85DC-9B442C1119FC}"/>
              </a:ext>
            </a:extLst>
          </p:cNvPr>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8CCB3FD6-873F-4A9C-B46C-7F1027DC3546}"/>
              </a:ext>
            </a:extLst>
          </p:cNvPr>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7" name="Picture 10" descr="BITS_university_logo_whitevert.png">
            <a:extLst>
              <a:ext uri="{FF2B5EF4-FFF2-40B4-BE49-F238E27FC236}">
                <a16:creationId xmlns:a16="http://schemas.microsoft.com/office/drawing/2014/main" id="{2ACA944D-1DD9-4988-B63E-4A8183BC888E}"/>
              </a:ext>
            </a:extLst>
          </p:cNvPr>
          <p:cNvPicPr>
            <a:picLocks noChangeAspect="1"/>
          </p:cNvPicPr>
          <p:nvPr/>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D3AC746F-2FB4-4259-9EE0-AC5F3D6540F9}"/>
              </a:ext>
            </a:extLst>
          </p:cNvPr>
          <p:cNvSpPr txBox="1"/>
          <p:nvPr/>
        </p:nvSpPr>
        <p:spPr>
          <a:xfrm>
            <a:off x="-101600" y="52578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463DEAFC-3E12-4A36-80AD-C15D30572DE1}"/>
              </a:ext>
            </a:extLst>
          </p:cNvPr>
          <p:cNvSpPr txBox="1">
            <a:spLocks noChangeArrowheads="1"/>
          </p:cNvSpPr>
          <p:nvPr/>
        </p:nvSpPr>
        <p:spPr bwMode="auto">
          <a:xfrm>
            <a:off x="203200" y="5667376"/>
            <a:ext cx="2540000" cy="276225"/>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200">
                <a:solidFill>
                  <a:srgbClr val="FFFFFF"/>
                </a:solidFill>
                <a:cs typeface="Arial" charset="0"/>
              </a:rPr>
              <a:t>Pilani Campus</a:t>
            </a:r>
          </a:p>
        </p:txBody>
      </p:sp>
      <p:sp>
        <p:nvSpPr>
          <p:cNvPr id="11" name="Title 1"/>
          <p:cNvSpPr>
            <a:spLocks noGrp="1"/>
          </p:cNvSpPr>
          <p:nvPr>
            <p:ph type="title"/>
          </p:nvPr>
        </p:nvSpPr>
        <p:spPr>
          <a:xfrm>
            <a:off x="3352800" y="3810000"/>
            <a:ext cx="8026400" cy="1524000"/>
          </a:xfrm>
        </p:spPr>
        <p:txBody>
          <a:bodyPr anchorCtr="0">
            <a:noAutofit/>
          </a:bodyPr>
          <a:lstStyle>
            <a:lvl1pPr algn="ctr">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2355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9FA685-348D-49D7-9443-CF21857A163E}"/>
              </a:ext>
            </a:extLst>
          </p:cNvPr>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dirty="0">
              <a:latin typeface="Arial" pitchFamily="34" charset="0"/>
              <a:cs typeface="Arial" pitchFamily="34" charset="0"/>
            </a:endParaRPr>
          </a:p>
        </p:txBody>
      </p:sp>
      <p:sp>
        <p:nvSpPr>
          <p:cNvPr id="5" name="Rectangle 4">
            <a:extLst>
              <a:ext uri="{FF2B5EF4-FFF2-40B4-BE49-F238E27FC236}">
                <a16:creationId xmlns:a16="http://schemas.microsoft.com/office/drawing/2014/main" id="{6A18A412-4A29-45F6-AC3E-39A472DD9C28}"/>
              </a:ext>
            </a:extLst>
          </p:cNvPr>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A502A174-2EDA-4C68-828F-4DE9FEB92067}"/>
              </a:ext>
            </a:extLst>
          </p:cNvPr>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6209AC46-D467-4B34-BD6B-EC694E9C319D}"/>
              </a:ext>
            </a:extLst>
          </p:cNvPr>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9" name="Picture 10" descr="BITS_university_logo_whitevert.png">
            <a:extLst>
              <a:ext uri="{FF2B5EF4-FFF2-40B4-BE49-F238E27FC236}">
                <a16:creationId xmlns:a16="http://schemas.microsoft.com/office/drawing/2014/main" id="{B0FE7FE6-E8D0-4E8A-AFFC-D0E7FCFCFF85}"/>
              </a:ext>
            </a:extLst>
          </p:cNvPr>
          <p:cNvPicPr>
            <a:picLocks noChangeAspect="1"/>
          </p:cNvPicPr>
          <p:nvPr/>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75D1DE81-2CFF-4CFE-BB52-74BAF09DB18A}"/>
              </a:ext>
            </a:extLst>
          </p:cNvPr>
          <p:cNvSpPr txBox="1"/>
          <p:nvPr/>
        </p:nvSpPr>
        <p:spPr>
          <a:xfrm>
            <a:off x="-101600" y="52578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0">
            <a:extLst>
              <a:ext uri="{FF2B5EF4-FFF2-40B4-BE49-F238E27FC236}">
                <a16:creationId xmlns:a16="http://schemas.microsoft.com/office/drawing/2014/main" id="{C04A0771-4556-4F4D-98FE-48C5C2806F3E}"/>
              </a:ext>
            </a:extLst>
          </p:cNvPr>
          <p:cNvSpPr txBox="1">
            <a:spLocks noChangeArrowheads="1"/>
          </p:cNvSpPr>
          <p:nvPr/>
        </p:nvSpPr>
        <p:spPr bwMode="auto">
          <a:xfrm>
            <a:off x="203200" y="5667376"/>
            <a:ext cx="2540000" cy="276225"/>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200">
                <a:solidFill>
                  <a:srgbClr val="FFFFFF"/>
                </a:solidFill>
                <a:cs typeface="Arial" charset="0"/>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2757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6" descr="\\Server\D\jyoti\FI023_BITS_v1\styleguide img\IMG_5627_b.jpg">
            <a:extLst>
              <a:ext uri="{FF2B5EF4-FFF2-40B4-BE49-F238E27FC236}">
                <a16:creationId xmlns:a16="http://schemas.microsoft.com/office/drawing/2014/main" id="{B0AE1769-8368-43FD-A555-4ADA093A85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9DF74E82-16ED-45F0-BF97-F624735DDFB4}"/>
              </a:ext>
            </a:extLst>
          </p:cNvPr>
          <p:cNvSpPr/>
          <p:nvPr/>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5" name="Picture 8" descr="Picture 7.png">
            <a:extLst>
              <a:ext uri="{FF2B5EF4-FFF2-40B4-BE49-F238E27FC236}">
                <a16:creationId xmlns:a16="http://schemas.microsoft.com/office/drawing/2014/main" id="{46933116-D7C8-4F5B-824C-A50BAD6B7C66}"/>
              </a:ext>
            </a:extLst>
          </p:cNvPr>
          <p:cNvPicPr>
            <a:picLocks noChangeAspect="1"/>
          </p:cNvPicPr>
          <p:nvPr/>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6C7E231C-4086-4B6B-A13C-949769C36041}"/>
              </a:ext>
            </a:extLst>
          </p:cNvPr>
          <p:cNvSpPr/>
          <p:nvPr/>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F75F3444-DD01-4772-9256-E957950BF6F4}"/>
              </a:ext>
            </a:extLst>
          </p:cNvPr>
          <p:cNvSpPr/>
          <p:nvPr/>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EC80CFF7-C6AD-4D1F-B7E4-B7CBF02FB2AF}"/>
              </a:ext>
            </a:extLst>
          </p:cNvPr>
          <p:cNvSpPr/>
          <p:nvPr/>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TextBox 8">
            <a:extLst>
              <a:ext uri="{FF2B5EF4-FFF2-40B4-BE49-F238E27FC236}">
                <a16:creationId xmlns:a16="http://schemas.microsoft.com/office/drawing/2014/main" id="{A81A7872-2C8C-40AA-BF80-3505B36BC4A4}"/>
              </a:ext>
            </a:extLst>
          </p:cNvPr>
          <p:cNvSpPr txBox="1"/>
          <p:nvPr/>
        </p:nvSpPr>
        <p:spPr>
          <a:xfrm>
            <a:off x="9144000" y="7620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32F02DE3-BEEE-4543-BA00-EFA78AA2EC9F}"/>
              </a:ext>
            </a:extLst>
          </p:cNvPr>
          <p:cNvSpPr txBox="1">
            <a:spLocks noChangeArrowheads="1"/>
          </p:cNvSpPr>
          <p:nvPr/>
        </p:nvSpPr>
        <p:spPr bwMode="auto">
          <a:xfrm>
            <a:off x="9448800" y="1171576"/>
            <a:ext cx="2540000" cy="276225"/>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200">
                <a:solidFill>
                  <a:srgbClr val="FFFFFF"/>
                </a:solidFill>
                <a:cs typeface="Arial" charset="0"/>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230869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4368800" y="6596064"/>
            <a:ext cx="78232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779184" y="6550026"/>
            <a:ext cx="9412816"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3" name="Content Placeholder 2"/>
          <p:cNvSpPr>
            <a:spLocks noGrp="1"/>
          </p:cNvSpPr>
          <p:nvPr>
            <p:ph idx="1"/>
          </p:nvPr>
        </p:nvSpPr>
        <p:spPr>
          <a:xfrm>
            <a:off x="406400" y="1600201"/>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844264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a:extLst>
              <a:ext uri="{FF2B5EF4-FFF2-40B4-BE49-F238E27FC236}">
                <a16:creationId xmlns:a16="http://schemas.microsoft.com/office/drawing/2014/main" id="{2684CF1E-9052-4FF3-8F29-36C0008F6B2A}"/>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9">
            <a:extLst>
              <a:ext uri="{FF2B5EF4-FFF2-40B4-BE49-F238E27FC236}">
                <a16:creationId xmlns:a16="http://schemas.microsoft.com/office/drawing/2014/main" id="{88656BD9-E4E8-48A4-A2B6-D1968F980762}"/>
              </a:ext>
            </a:extLst>
          </p:cNvPr>
          <p:cNvGrpSpPr>
            <a:grpSpLocks/>
          </p:cNvGrpSpPr>
          <p:nvPr/>
        </p:nvGrpSpPr>
        <p:grpSpPr bwMode="auto">
          <a:xfrm>
            <a:off x="0" y="1295400"/>
            <a:ext cx="9347200" cy="46038"/>
            <a:chOff x="1905000" y="6553200"/>
            <a:chExt cx="7010400" cy="45719"/>
          </a:xfrm>
        </p:grpSpPr>
        <p:sp>
          <p:nvSpPr>
            <p:cNvPr id="7" name="Rectangle 6">
              <a:extLst>
                <a:ext uri="{FF2B5EF4-FFF2-40B4-BE49-F238E27FC236}">
                  <a16:creationId xmlns:a16="http://schemas.microsoft.com/office/drawing/2014/main" id="{A3B3D130-314C-4CF0-A2D3-957B05470C7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DB8A3A31-3102-41AF-B6CE-93BE8F39516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Rectangle 8">
              <a:extLst>
                <a:ext uri="{FF2B5EF4-FFF2-40B4-BE49-F238E27FC236}">
                  <a16:creationId xmlns:a16="http://schemas.microsoft.com/office/drawing/2014/main" id="{CEB57AE4-C902-4A8B-9FAD-D9F85D1FA85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0" name="Group 28">
            <a:extLst>
              <a:ext uri="{FF2B5EF4-FFF2-40B4-BE49-F238E27FC236}">
                <a16:creationId xmlns:a16="http://schemas.microsoft.com/office/drawing/2014/main" id="{6B0383E2-DD00-4D45-A35B-5761A3AEBD3E}"/>
              </a:ext>
            </a:extLst>
          </p:cNvPr>
          <p:cNvGrpSpPr>
            <a:grpSpLocks/>
          </p:cNvGrpSpPr>
          <p:nvPr/>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FAA32FE9-725D-4A85-9BC2-E2162C9EB7D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F0A97CF1-8E11-4DB0-B179-A3343C39B36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a:extLst>
                <a:ext uri="{FF2B5EF4-FFF2-40B4-BE49-F238E27FC236}">
                  <a16:creationId xmlns:a16="http://schemas.microsoft.com/office/drawing/2014/main" id="{9C0C765E-D274-42D5-AB01-541B18D8810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14" name="TextBox 13">
            <a:extLst>
              <a:ext uri="{FF2B5EF4-FFF2-40B4-BE49-F238E27FC236}">
                <a16:creationId xmlns:a16="http://schemas.microsoft.com/office/drawing/2014/main" id="{C3052C1A-016F-449B-A856-228B84E1C53C}"/>
              </a:ext>
            </a:extLst>
          </p:cNvPr>
          <p:cNvSpPr txBox="1">
            <a:spLocks noChangeArrowheads="1"/>
          </p:cNvSpPr>
          <p:nvPr/>
        </p:nvSpPr>
        <p:spPr bwMode="auto">
          <a:xfrm>
            <a:off x="4368800" y="6596064"/>
            <a:ext cx="78232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3" name="Content Placeholder 2"/>
          <p:cNvSpPr>
            <a:spLocks noGrp="1"/>
          </p:cNvSpPr>
          <p:nvPr>
            <p:ph sz="half" idx="1"/>
          </p:nvPr>
        </p:nvSpPr>
        <p:spPr>
          <a:xfrm>
            <a:off x="6096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66040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50850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a:extLst>
              <a:ext uri="{FF2B5EF4-FFF2-40B4-BE49-F238E27FC236}">
                <a16:creationId xmlns:a16="http://schemas.microsoft.com/office/drawing/2014/main" id="{B7B9A9F0-ED90-4008-9A21-F6F712834E33}"/>
              </a:ext>
            </a:extLst>
          </p:cNvPr>
          <p:cNvGrpSpPr>
            <a:grpSpLocks/>
          </p:cNvGrpSpPr>
          <p:nvPr/>
        </p:nvGrpSpPr>
        <p:grpSpPr bwMode="auto">
          <a:xfrm>
            <a:off x="0" y="1295400"/>
            <a:ext cx="9347200" cy="46038"/>
            <a:chOff x="1905000" y="6553200"/>
            <a:chExt cx="7010400" cy="45719"/>
          </a:xfrm>
        </p:grpSpPr>
        <p:sp>
          <p:nvSpPr>
            <p:cNvPr id="8" name="Rectangle 7">
              <a:extLst>
                <a:ext uri="{FF2B5EF4-FFF2-40B4-BE49-F238E27FC236}">
                  <a16:creationId xmlns:a16="http://schemas.microsoft.com/office/drawing/2014/main" id="{1B82BED9-A771-4B71-BD41-E80DDDF4207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Rectangle 8">
              <a:extLst>
                <a:ext uri="{FF2B5EF4-FFF2-40B4-BE49-F238E27FC236}">
                  <a16:creationId xmlns:a16="http://schemas.microsoft.com/office/drawing/2014/main" id="{55980D4D-05F5-4C6C-B5C9-48647B534EE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a:extLst>
                <a:ext uri="{FF2B5EF4-FFF2-40B4-BE49-F238E27FC236}">
                  <a16:creationId xmlns:a16="http://schemas.microsoft.com/office/drawing/2014/main" id="{F84C7FCD-67BF-44ED-9D02-C100493977F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2" name="Group 15">
            <a:extLst>
              <a:ext uri="{FF2B5EF4-FFF2-40B4-BE49-F238E27FC236}">
                <a16:creationId xmlns:a16="http://schemas.microsoft.com/office/drawing/2014/main" id="{7412E3EF-823F-4651-B453-AF3B5AA1459E}"/>
              </a:ext>
            </a:extLst>
          </p:cNvPr>
          <p:cNvGrpSpPr>
            <a:grpSpLocks/>
          </p:cNvGrpSpPr>
          <p:nvPr/>
        </p:nvGrpSpPr>
        <p:grpSpPr bwMode="auto">
          <a:xfrm>
            <a:off x="2844800" y="6553200"/>
            <a:ext cx="9347200" cy="46038"/>
            <a:chOff x="1905000" y="6553200"/>
            <a:chExt cx="7010400" cy="45719"/>
          </a:xfrm>
        </p:grpSpPr>
        <p:sp>
          <p:nvSpPr>
            <p:cNvPr id="13" name="Rectangle 12">
              <a:extLst>
                <a:ext uri="{FF2B5EF4-FFF2-40B4-BE49-F238E27FC236}">
                  <a16:creationId xmlns:a16="http://schemas.microsoft.com/office/drawing/2014/main" id="{9F1818FA-88A0-4053-AFA6-26D8F3B92C9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4" name="Rectangle 13">
              <a:extLst>
                <a:ext uri="{FF2B5EF4-FFF2-40B4-BE49-F238E27FC236}">
                  <a16:creationId xmlns:a16="http://schemas.microsoft.com/office/drawing/2014/main" id="{52B0EA17-CA0B-4005-9EAF-60D4B8762B0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5" name="Rectangle 14">
              <a:extLst>
                <a:ext uri="{FF2B5EF4-FFF2-40B4-BE49-F238E27FC236}">
                  <a16:creationId xmlns:a16="http://schemas.microsoft.com/office/drawing/2014/main" id="{F2A70B7F-831D-44A3-9394-2D9F1F143A1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16" name="Picture 14" descr="Picture 7.png">
            <a:extLst>
              <a:ext uri="{FF2B5EF4-FFF2-40B4-BE49-F238E27FC236}">
                <a16:creationId xmlns:a16="http://schemas.microsoft.com/office/drawing/2014/main" id="{996B9B91-0E43-4776-9A2C-B6AF4B8D4A91}"/>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26CA5596-B9ED-417B-B1E0-C32698F8423B}"/>
              </a:ext>
            </a:extLst>
          </p:cNvPr>
          <p:cNvSpPr txBox="1">
            <a:spLocks noChangeArrowheads="1"/>
          </p:cNvSpPr>
          <p:nvPr/>
        </p:nvSpPr>
        <p:spPr bwMode="auto">
          <a:xfrm>
            <a:off x="4368800" y="6596064"/>
            <a:ext cx="78232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Deemed to be University under Section 3 of UGC Act, 1956</a:t>
            </a:r>
          </a:p>
        </p:txBody>
      </p:sp>
      <p:sp>
        <p:nvSpPr>
          <p:cNvPr id="3" name="Text Placeholder 2"/>
          <p:cNvSpPr>
            <a:spLocks noGrp="1"/>
          </p:cNvSpPr>
          <p:nvPr>
            <p:ph type="body" idx="1"/>
          </p:nvPr>
        </p:nvSpPr>
        <p:spPr>
          <a:xfrm>
            <a:off x="609600" y="1535112"/>
            <a:ext cx="5386917"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362200"/>
            <a:ext cx="5386917"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8" y="1535112"/>
            <a:ext cx="5389033"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362200"/>
            <a:ext cx="5389033"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72166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a:extLst>
              <a:ext uri="{FF2B5EF4-FFF2-40B4-BE49-F238E27FC236}">
                <a16:creationId xmlns:a16="http://schemas.microsoft.com/office/drawing/2014/main" id="{6921A934-B042-41FE-9C5F-9EAADCDF0CE9}"/>
              </a:ext>
            </a:extLst>
          </p:cNvPr>
          <p:cNvGrpSpPr>
            <a:grpSpLocks/>
          </p:cNvGrpSpPr>
          <p:nvPr/>
        </p:nvGrpSpPr>
        <p:grpSpPr bwMode="auto">
          <a:xfrm>
            <a:off x="0" y="1295400"/>
            <a:ext cx="9347200" cy="46038"/>
            <a:chOff x="1905000" y="6553200"/>
            <a:chExt cx="7010400" cy="45719"/>
          </a:xfrm>
        </p:grpSpPr>
        <p:sp>
          <p:nvSpPr>
            <p:cNvPr id="4" name="Rectangle 3">
              <a:extLst>
                <a:ext uri="{FF2B5EF4-FFF2-40B4-BE49-F238E27FC236}">
                  <a16:creationId xmlns:a16="http://schemas.microsoft.com/office/drawing/2014/main" id="{938613DC-B6A0-4876-AF25-8D384186B8D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62F74794-EFF5-47BA-ABCE-FA873958EC6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9C0877DF-3963-4497-8EC7-A3D8E24CB8C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8" name="Group 10">
            <a:extLst>
              <a:ext uri="{FF2B5EF4-FFF2-40B4-BE49-F238E27FC236}">
                <a16:creationId xmlns:a16="http://schemas.microsoft.com/office/drawing/2014/main" id="{FCE1F628-C90C-47D7-A501-8ED98CA575A9}"/>
              </a:ext>
            </a:extLst>
          </p:cNvPr>
          <p:cNvGrpSpPr>
            <a:grpSpLocks/>
          </p:cNvGrpSpPr>
          <p:nvPr/>
        </p:nvGrpSpPr>
        <p:grpSpPr bwMode="auto">
          <a:xfrm>
            <a:off x="2844800" y="6553200"/>
            <a:ext cx="9347200" cy="46038"/>
            <a:chOff x="1905000" y="6553200"/>
            <a:chExt cx="7010400" cy="45719"/>
          </a:xfrm>
        </p:grpSpPr>
        <p:sp>
          <p:nvSpPr>
            <p:cNvPr id="9" name="Rectangle 8">
              <a:extLst>
                <a:ext uri="{FF2B5EF4-FFF2-40B4-BE49-F238E27FC236}">
                  <a16:creationId xmlns:a16="http://schemas.microsoft.com/office/drawing/2014/main" id="{DC395C1F-6EA8-4AC8-A6A5-152F36554DC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0" name="Rectangle 9">
              <a:extLst>
                <a:ext uri="{FF2B5EF4-FFF2-40B4-BE49-F238E27FC236}">
                  <a16:creationId xmlns:a16="http://schemas.microsoft.com/office/drawing/2014/main" id="{47C73B0C-C074-4AE8-9861-A6623513B57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a:extLst>
                <a:ext uri="{FF2B5EF4-FFF2-40B4-BE49-F238E27FC236}">
                  <a16:creationId xmlns:a16="http://schemas.microsoft.com/office/drawing/2014/main" id="{ED9DABC8-C4D9-42D2-BBB2-20ABABBF19C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12" name="Picture 14" descr="Picture 7.png">
            <a:extLst>
              <a:ext uri="{FF2B5EF4-FFF2-40B4-BE49-F238E27FC236}">
                <a16:creationId xmlns:a16="http://schemas.microsoft.com/office/drawing/2014/main" id="{ED21E0F8-59AE-4098-9AEB-079CF742FC5F}"/>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1039035E-6E9E-4180-B962-AB1777BB0877}"/>
              </a:ext>
            </a:extLst>
          </p:cNvPr>
          <p:cNvSpPr txBox="1">
            <a:spLocks noChangeArrowheads="1"/>
          </p:cNvSpPr>
          <p:nvPr/>
        </p:nvSpPr>
        <p:spPr bwMode="auto">
          <a:xfrm>
            <a:off x="4368800" y="6596064"/>
            <a:ext cx="78232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Deemed to be University under Section 3 of UGC Act, 1956</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9513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a:extLst>
              <a:ext uri="{FF2B5EF4-FFF2-40B4-BE49-F238E27FC236}">
                <a16:creationId xmlns:a16="http://schemas.microsoft.com/office/drawing/2014/main" id="{37DF5DB4-2B25-47FB-BEEB-360E8B4AE98B}"/>
              </a:ext>
            </a:extLst>
          </p:cNvPr>
          <p:cNvGrpSpPr>
            <a:grpSpLocks/>
          </p:cNvGrpSpPr>
          <p:nvPr/>
        </p:nvGrpSpPr>
        <p:grpSpPr bwMode="auto">
          <a:xfrm>
            <a:off x="0" y="1295400"/>
            <a:ext cx="9347200" cy="46038"/>
            <a:chOff x="1905000" y="6553200"/>
            <a:chExt cx="7010400" cy="45719"/>
          </a:xfrm>
        </p:grpSpPr>
        <p:sp>
          <p:nvSpPr>
            <p:cNvPr id="6" name="Rectangle 5">
              <a:extLst>
                <a:ext uri="{FF2B5EF4-FFF2-40B4-BE49-F238E27FC236}">
                  <a16:creationId xmlns:a16="http://schemas.microsoft.com/office/drawing/2014/main" id="{9DCF59F4-EAA6-40F6-BFC4-D106BCA3C8C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7997095B-7B10-4C94-AF02-000B368B336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Rectangle 8">
              <a:extLst>
                <a:ext uri="{FF2B5EF4-FFF2-40B4-BE49-F238E27FC236}">
                  <a16:creationId xmlns:a16="http://schemas.microsoft.com/office/drawing/2014/main" id="{F57C78FF-D919-4FFB-88F7-5BCD52945A0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0" name="Group 13">
            <a:extLst>
              <a:ext uri="{FF2B5EF4-FFF2-40B4-BE49-F238E27FC236}">
                <a16:creationId xmlns:a16="http://schemas.microsoft.com/office/drawing/2014/main" id="{75DBD920-CCE8-4A77-96B7-A77992985E05}"/>
              </a:ext>
            </a:extLst>
          </p:cNvPr>
          <p:cNvGrpSpPr>
            <a:grpSpLocks/>
          </p:cNvGrpSpPr>
          <p:nvPr/>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A0A4134A-F307-4458-873B-0555D484311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4CD0B241-DA75-4DCD-A8E8-22243D42474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a:extLst>
                <a:ext uri="{FF2B5EF4-FFF2-40B4-BE49-F238E27FC236}">
                  <a16:creationId xmlns:a16="http://schemas.microsoft.com/office/drawing/2014/main" id="{D828F3B0-BBBB-4CE7-984A-3CCCA86BE8A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14" name="Picture 14" descr="Picture 7.png">
            <a:extLst>
              <a:ext uri="{FF2B5EF4-FFF2-40B4-BE49-F238E27FC236}">
                <a16:creationId xmlns:a16="http://schemas.microsoft.com/office/drawing/2014/main" id="{F15ED457-BEB5-4588-A50E-29B76CD242D2}"/>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05D660D4-6A3D-4890-98F4-E79D29F6E321}"/>
              </a:ext>
            </a:extLst>
          </p:cNvPr>
          <p:cNvSpPr txBox="1">
            <a:spLocks noChangeArrowheads="1"/>
          </p:cNvSpPr>
          <p:nvPr/>
        </p:nvSpPr>
        <p:spPr bwMode="auto">
          <a:xfrm>
            <a:off x="4368800" y="6596064"/>
            <a:ext cx="78232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3" name="Content Placeholder 2"/>
          <p:cNvSpPr>
            <a:spLocks noGrp="1"/>
          </p:cNvSpPr>
          <p:nvPr>
            <p:ph idx="1"/>
          </p:nvPr>
        </p:nvSpPr>
        <p:spPr>
          <a:xfrm>
            <a:off x="4766733" y="1600201"/>
            <a:ext cx="6815667"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600201"/>
            <a:ext cx="4011084"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295631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411B6259-1CB3-416E-AB8D-3A43D4D50D3B}"/>
              </a:ext>
            </a:extLst>
          </p:cNvPr>
          <p:cNvGrpSpPr>
            <a:grpSpLocks/>
          </p:cNvGrpSpPr>
          <p:nvPr/>
        </p:nvGrpSpPr>
        <p:grpSpPr bwMode="auto">
          <a:xfrm>
            <a:off x="0" y="1295400"/>
            <a:ext cx="9347200" cy="46038"/>
            <a:chOff x="1905000" y="6553200"/>
            <a:chExt cx="7010400" cy="45719"/>
          </a:xfrm>
        </p:grpSpPr>
        <p:sp>
          <p:nvSpPr>
            <p:cNvPr id="7" name="Rectangle 6">
              <a:extLst>
                <a:ext uri="{FF2B5EF4-FFF2-40B4-BE49-F238E27FC236}">
                  <a16:creationId xmlns:a16="http://schemas.microsoft.com/office/drawing/2014/main" id="{E9624D06-7EF0-4532-8F1E-FC0126D45C7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A49E44EB-7F47-444F-815C-7D565BF5B12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Rectangle 8">
              <a:extLst>
                <a:ext uri="{FF2B5EF4-FFF2-40B4-BE49-F238E27FC236}">
                  <a16:creationId xmlns:a16="http://schemas.microsoft.com/office/drawing/2014/main" id="{4FB3B02F-3F98-4C3E-A2EC-86F4E431AB2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0" name="Group 10">
            <a:extLst>
              <a:ext uri="{FF2B5EF4-FFF2-40B4-BE49-F238E27FC236}">
                <a16:creationId xmlns:a16="http://schemas.microsoft.com/office/drawing/2014/main" id="{5031C8E8-9E3F-4891-8C47-11040A69CA30}"/>
              </a:ext>
            </a:extLst>
          </p:cNvPr>
          <p:cNvGrpSpPr>
            <a:grpSpLocks/>
          </p:cNvGrpSpPr>
          <p:nvPr/>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CBBEFEA3-24FC-4979-B444-659A975BFF8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5790A994-8FA0-48B7-8F35-A27CFFD279E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a:extLst>
                <a:ext uri="{FF2B5EF4-FFF2-40B4-BE49-F238E27FC236}">
                  <a16:creationId xmlns:a16="http://schemas.microsoft.com/office/drawing/2014/main" id="{733756B5-C44C-419F-B218-FA8CE3E8E7C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14" name="Picture 14" descr="Picture 7.png">
            <a:extLst>
              <a:ext uri="{FF2B5EF4-FFF2-40B4-BE49-F238E27FC236}">
                <a16:creationId xmlns:a16="http://schemas.microsoft.com/office/drawing/2014/main" id="{70D77250-19B7-4AFE-8ACD-F7D6D0CE5B26}"/>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5930859A-AC15-41FF-BF51-4F6F8F49E339}"/>
              </a:ext>
            </a:extLst>
          </p:cNvPr>
          <p:cNvSpPr txBox="1">
            <a:spLocks noChangeArrowheads="1"/>
          </p:cNvSpPr>
          <p:nvPr/>
        </p:nvSpPr>
        <p:spPr bwMode="auto">
          <a:xfrm>
            <a:off x="4368800" y="6596064"/>
            <a:ext cx="78232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2" name="Title 1"/>
          <p:cNvSpPr>
            <a:spLocks noGrp="1"/>
          </p:cNvSpPr>
          <p:nvPr>
            <p:ph type="title"/>
          </p:nvPr>
        </p:nvSpPr>
        <p:spPr>
          <a:xfrm>
            <a:off x="2389717" y="5407025"/>
            <a:ext cx="73152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2389717" y="1828800"/>
            <a:ext cx="73152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711825"/>
            <a:ext cx="73152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26337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a:extLst>
              <a:ext uri="{FF2B5EF4-FFF2-40B4-BE49-F238E27FC236}">
                <a16:creationId xmlns:a16="http://schemas.microsoft.com/office/drawing/2014/main" id="{1E671B92-54D2-46FD-8C28-BC38563DE2B6}"/>
              </a:ext>
            </a:extLst>
          </p:cNvPr>
          <p:cNvGrpSpPr>
            <a:grpSpLocks/>
          </p:cNvGrpSpPr>
          <p:nvPr/>
        </p:nvGrpSpPr>
        <p:grpSpPr bwMode="auto">
          <a:xfrm>
            <a:off x="0" y="1295400"/>
            <a:ext cx="9347200" cy="46038"/>
            <a:chOff x="1905000" y="6553200"/>
            <a:chExt cx="7010400" cy="45719"/>
          </a:xfrm>
        </p:grpSpPr>
        <p:sp>
          <p:nvSpPr>
            <p:cNvPr id="5" name="Rectangle 4">
              <a:extLst>
                <a:ext uri="{FF2B5EF4-FFF2-40B4-BE49-F238E27FC236}">
                  <a16:creationId xmlns:a16="http://schemas.microsoft.com/office/drawing/2014/main" id="{A6F21680-303D-4944-BE4A-F1B498DE674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729E2841-229F-437C-8C87-147F7590C0B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4A140775-8697-4E34-93D3-9F82479D013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8" name="Group 24">
            <a:extLst>
              <a:ext uri="{FF2B5EF4-FFF2-40B4-BE49-F238E27FC236}">
                <a16:creationId xmlns:a16="http://schemas.microsoft.com/office/drawing/2014/main" id="{DC318521-F7A8-4895-B1EE-F36BBF47A1B7}"/>
              </a:ext>
            </a:extLst>
          </p:cNvPr>
          <p:cNvGrpSpPr>
            <a:grpSpLocks/>
          </p:cNvGrpSpPr>
          <p:nvPr/>
        </p:nvGrpSpPr>
        <p:grpSpPr bwMode="auto">
          <a:xfrm>
            <a:off x="2844800" y="6553200"/>
            <a:ext cx="9347200" cy="46038"/>
            <a:chOff x="1905000" y="6553200"/>
            <a:chExt cx="7010400" cy="45719"/>
          </a:xfrm>
        </p:grpSpPr>
        <p:sp>
          <p:nvSpPr>
            <p:cNvPr id="9" name="Rectangle 8">
              <a:extLst>
                <a:ext uri="{FF2B5EF4-FFF2-40B4-BE49-F238E27FC236}">
                  <a16:creationId xmlns:a16="http://schemas.microsoft.com/office/drawing/2014/main" id="{2EE4EB7D-0007-4396-9CAD-2B9EDFDD36AA}"/>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0" name="Rectangle 9">
              <a:extLst>
                <a:ext uri="{FF2B5EF4-FFF2-40B4-BE49-F238E27FC236}">
                  <a16:creationId xmlns:a16="http://schemas.microsoft.com/office/drawing/2014/main" id="{8ADD2DC1-5CDD-460D-9711-01619A5FFBE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a:extLst>
                <a:ext uri="{FF2B5EF4-FFF2-40B4-BE49-F238E27FC236}">
                  <a16:creationId xmlns:a16="http://schemas.microsoft.com/office/drawing/2014/main" id="{B814364F-D668-4BCE-BB8E-E9AB73F66B2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12" name="Picture 14" descr="Picture 7.png">
            <a:extLst>
              <a:ext uri="{FF2B5EF4-FFF2-40B4-BE49-F238E27FC236}">
                <a16:creationId xmlns:a16="http://schemas.microsoft.com/office/drawing/2014/main" id="{F7424A7E-E8A9-4292-BEA0-07A0FC7A94BE}"/>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F5C67708-1998-45A2-A5D4-40082D705453}"/>
              </a:ext>
            </a:extLst>
          </p:cNvPr>
          <p:cNvSpPr txBox="1">
            <a:spLocks noChangeArrowheads="1"/>
          </p:cNvSpPr>
          <p:nvPr/>
        </p:nvSpPr>
        <p:spPr bwMode="auto">
          <a:xfrm>
            <a:off x="4368800" y="6596064"/>
            <a:ext cx="78232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52791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a:extLst>
              <a:ext uri="{FF2B5EF4-FFF2-40B4-BE49-F238E27FC236}">
                <a16:creationId xmlns:a16="http://schemas.microsoft.com/office/drawing/2014/main" id="{2A3FA2FF-124E-418A-816A-22DCA04AD1B6}"/>
              </a:ext>
            </a:extLst>
          </p:cNvPr>
          <p:cNvGrpSpPr>
            <a:grpSpLocks/>
          </p:cNvGrpSpPr>
          <p:nvPr/>
        </p:nvGrpSpPr>
        <p:grpSpPr bwMode="auto">
          <a:xfrm rot="5400000">
            <a:off x="7538509" y="2560109"/>
            <a:ext cx="5181600" cy="61383"/>
            <a:chOff x="1905000" y="6553200"/>
            <a:chExt cx="7010400" cy="45719"/>
          </a:xfrm>
        </p:grpSpPr>
        <p:sp>
          <p:nvSpPr>
            <p:cNvPr id="5" name="Rectangle 4">
              <a:extLst>
                <a:ext uri="{FF2B5EF4-FFF2-40B4-BE49-F238E27FC236}">
                  <a16:creationId xmlns:a16="http://schemas.microsoft.com/office/drawing/2014/main" id="{A161177A-762B-4496-B8FD-263C476E2256}"/>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14D305FC-90DE-4ABC-BA7A-74C62CC15C95}"/>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D1676177-D11F-42A4-92BB-BA4E677A5309}"/>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9" name="Picture 10" descr="Picture 7.png">
            <a:extLst>
              <a:ext uri="{FF2B5EF4-FFF2-40B4-BE49-F238E27FC236}">
                <a16:creationId xmlns:a16="http://schemas.microsoft.com/office/drawing/2014/main" id="{AAEE1496-EC23-4E0A-A021-62833EBB774D}"/>
              </a:ext>
            </a:extLst>
          </p:cNvPr>
          <p:cNvPicPr>
            <a:picLocks noChangeAspect="1"/>
          </p:cNvPicPr>
          <p:nvPr/>
        </p:nvPicPr>
        <p:blipFill>
          <a:blip r:embed="rId2">
            <a:extLst>
              <a:ext uri="{28A0092B-C50C-407E-A947-70E740481C1C}">
                <a14:useLocalDpi xmlns:a14="http://schemas.microsoft.com/office/drawing/2010/main" val="0"/>
              </a:ext>
            </a:extLst>
          </a:blip>
          <a:srcRect l="5336" t="1923"/>
          <a:stretch>
            <a:fillRect/>
          </a:stretch>
        </p:blipFill>
        <p:spPr bwMode="auto">
          <a:xfrm>
            <a:off x="-10583" y="381001"/>
            <a:ext cx="922868"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72B98BE4-181B-4972-8322-5EA4ABED571C}"/>
              </a:ext>
            </a:extLst>
          </p:cNvPr>
          <p:cNvSpPr txBox="1">
            <a:spLocks noChangeArrowheads="1"/>
          </p:cNvSpPr>
          <p:nvPr/>
        </p:nvSpPr>
        <p:spPr bwMode="auto">
          <a:xfrm rot="5400000">
            <a:off x="-2748491" y="3808884"/>
            <a:ext cx="5867400" cy="230832"/>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900" b="1">
                <a:solidFill>
                  <a:srgbClr val="101141"/>
                </a:solidFill>
                <a:cs typeface="Arial" charset="0"/>
              </a:rPr>
              <a:t>BITS </a:t>
            </a:r>
            <a:r>
              <a:rPr lang="en-US" sz="900">
                <a:solidFill>
                  <a:srgbClr val="101141"/>
                </a:solidFill>
                <a:cs typeface="Arial" charset="0"/>
              </a:rPr>
              <a:t>Pilani, Pilani Campus</a:t>
            </a:r>
          </a:p>
        </p:txBody>
      </p:sp>
      <p:sp>
        <p:nvSpPr>
          <p:cNvPr id="3" name="Vertical Text Placeholder 2"/>
          <p:cNvSpPr>
            <a:spLocks noGrp="1"/>
          </p:cNvSpPr>
          <p:nvPr>
            <p:ph type="body" orient="vert" idx="1"/>
          </p:nvPr>
        </p:nvSpPr>
        <p:spPr>
          <a:xfrm>
            <a:off x="1625600" y="38100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8191500" y="2552700"/>
            <a:ext cx="5867400" cy="1524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876405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42CA23C-5A49-4BFD-A828-CCE84B291794}" type="datetimeFigureOut">
              <a:rPr lang="en-IN" smtClean="0"/>
              <a:t>26-05-2026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A3A557-04FE-4292-A282-814FF1144FFA}" type="slidenum">
              <a:rPr lang="en-IN" smtClean="0"/>
              <a:t>‹#›</a:t>
            </a:fld>
            <a:endParaRPr lang="en-IN"/>
          </a:p>
        </p:txBody>
      </p:sp>
    </p:spTree>
    <p:extLst>
      <p:ext uri="{BB962C8B-B14F-4D97-AF65-F5344CB8AC3E}">
        <p14:creationId xmlns:p14="http://schemas.microsoft.com/office/powerpoint/2010/main" val="14794015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2CA23C-5A49-4BFD-A828-CCE84B291794}" type="datetimeFigureOut">
              <a:rPr lang="en-IN" smtClean="0"/>
              <a:t>26-05-2026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A3A557-04FE-4292-A282-814FF1144FFA}" type="slidenum">
              <a:rPr lang="en-IN" smtClean="0"/>
              <a:t>‹#›</a:t>
            </a:fld>
            <a:endParaRPr lang="en-IN"/>
          </a:p>
        </p:txBody>
      </p:sp>
    </p:spTree>
    <p:extLst>
      <p:ext uri="{BB962C8B-B14F-4D97-AF65-F5344CB8AC3E}">
        <p14:creationId xmlns:p14="http://schemas.microsoft.com/office/powerpoint/2010/main" val="1307496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2AE2F-8424-F2F0-8B4C-67792FD8D9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1D56F1E-A51C-7F5C-0E7B-B6F667D377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2B8D2A1-D202-C567-2AC6-7B44DB231A4F}"/>
              </a:ext>
            </a:extLst>
          </p:cNvPr>
          <p:cNvSpPr>
            <a:spLocks noGrp="1"/>
          </p:cNvSpPr>
          <p:nvPr>
            <p:ph type="dt" sz="half" idx="10"/>
          </p:nvPr>
        </p:nvSpPr>
        <p:spPr/>
        <p:txBody>
          <a:bodyPr/>
          <a:lstStyle/>
          <a:p>
            <a:fld id="{A42CA23C-5A49-4BFD-A828-CCE84B291794}" type="datetimeFigureOut">
              <a:rPr lang="en-IN" smtClean="0"/>
              <a:t>26-05-2026</a:t>
            </a:fld>
            <a:endParaRPr lang="en-IN"/>
          </a:p>
        </p:txBody>
      </p:sp>
      <p:sp>
        <p:nvSpPr>
          <p:cNvPr id="5" name="Footer Placeholder 4">
            <a:extLst>
              <a:ext uri="{FF2B5EF4-FFF2-40B4-BE49-F238E27FC236}">
                <a16:creationId xmlns:a16="http://schemas.microsoft.com/office/drawing/2014/main" id="{2A31FBE9-8E98-4782-B614-3E461A7F6E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39CAC3-C6D2-B084-B567-0404D631EC8E}"/>
              </a:ext>
            </a:extLst>
          </p:cNvPr>
          <p:cNvSpPr>
            <a:spLocks noGrp="1"/>
          </p:cNvSpPr>
          <p:nvPr>
            <p:ph type="sldNum" sz="quarter" idx="12"/>
          </p:nvPr>
        </p:nvSpPr>
        <p:spPr/>
        <p:txBody>
          <a:bodyPr/>
          <a:lstStyle/>
          <a:p>
            <a:fld id="{5DA3A557-04FE-4292-A282-814FF1144FFA}" type="slidenum">
              <a:rPr lang="en-IN" smtClean="0"/>
              <a:t>‹#›</a:t>
            </a:fld>
            <a:endParaRPr lang="en-IN"/>
          </a:p>
        </p:txBody>
      </p:sp>
    </p:spTree>
    <p:extLst>
      <p:ext uri="{BB962C8B-B14F-4D97-AF65-F5344CB8AC3E}">
        <p14:creationId xmlns:p14="http://schemas.microsoft.com/office/powerpoint/2010/main" val="552196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4D699C-CD20-4363-866C-D74A71DA2722}"/>
              </a:ext>
            </a:extLst>
          </p:cNvPr>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027" name="Text Placeholder 2">
            <a:extLst>
              <a:ext uri="{FF2B5EF4-FFF2-40B4-BE49-F238E27FC236}">
                <a16:creationId xmlns:a16="http://schemas.microsoft.com/office/drawing/2014/main" id="{2F3C7842-B578-4803-BDD3-9758CCC4B6CF}"/>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2EC608E5-2647-474F-BAE0-0699095C8F7C}"/>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fld id="{A42CA23C-5A49-4BFD-A828-CCE84B291794}" type="datetimeFigureOut">
              <a:rPr lang="en-IN" smtClean="0"/>
              <a:t>26-05-2026</a:t>
            </a:fld>
            <a:endParaRPr lang="en-IN"/>
          </a:p>
        </p:txBody>
      </p:sp>
      <p:sp>
        <p:nvSpPr>
          <p:cNvPr id="5" name="Footer Placeholder 4">
            <a:extLst>
              <a:ext uri="{FF2B5EF4-FFF2-40B4-BE49-F238E27FC236}">
                <a16:creationId xmlns:a16="http://schemas.microsoft.com/office/drawing/2014/main" id="{532AE654-750B-42A8-9CED-A23976FA2F24}"/>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endParaRPr lang="en-IN"/>
          </a:p>
        </p:txBody>
      </p:sp>
      <p:sp>
        <p:nvSpPr>
          <p:cNvPr id="6" name="Slide Number Placeholder 5">
            <a:extLst>
              <a:ext uri="{FF2B5EF4-FFF2-40B4-BE49-F238E27FC236}">
                <a16:creationId xmlns:a16="http://schemas.microsoft.com/office/drawing/2014/main" id="{0CCED701-BCB7-45F1-970B-10CDD37F954B}"/>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cs typeface="Arial" panose="020B0604020202020204" pitchFamily="34" charset="0"/>
              </a:defRPr>
            </a:lvl1pPr>
          </a:lstStyle>
          <a:p>
            <a:fld id="{5DA3A557-04FE-4292-A282-814FF1144FFA}" type="slidenum">
              <a:rPr lang="en-IN" smtClean="0"/>
              <a:t>‹#›</a:t>
            </a:fld>
            <a:endParaRPr lang="en-IN"/>
          </a:p>
        </p:txBody>
      </p:sp>
    </p:spTree>
    <p:extLst>
      <p:ext uri="{BB962C8B-B14F-4D97-AF65-F5344CB8AC3E}">
        <p14:creationId xmlns:p14="http://schemas.microsoft.com/office/powerpoint/2010/main" val="523295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rtl="0" eaLnBrk="1" fontAlgn="base" hangingPunct="1">
        <a:spcBef>
          <a:spcPct val="0"/>
        </a:spcBef>
        <a:spcAft>
          <a:spcPct val="0"/>
        </a:spcAft>
        <a:defRPr sz="4000" b="1" kern="1200" spc="-150">
          <a:solidFill>
            <a:schemeClr val="tx1"/>
          </a:solidFill>
          <a:latin typeface="Arial" pitchFamily="34" charset="0"/>
          <a:ea typeface="+mj-ea"/>
          <a:cs typeface="Arial" pitchFamily="34" charset="0"/>
        </a:defRPr>
      </a:lvl1pPr>
      <a:lvl2pPr algn="l" rtl="0" eaLnBrk="1" fontAlgn="base" hangingPunct="1">
        <a:spcBef>
          <a:spcPct val="0"/>
        </a:spcBef>
        <a:spcAft>
          <a:spcPct val="0"/>
        </a:spcAft>
        <a:defRPr sz="4000" b="1">
          <a:solidFill>
            <a:schemeClr val="tx1"/>
          </a:solidFill>
          <a:latin typeface="Arial" charset="0"/>
          <a:cs typeface="Arial" charset="0"/>
        </a:defRPr>
      </a:lvl2pPr>
      <a:lvl3pPr algn="l" rtl="0" eaLnBrk="1" fontAlgn="base" hangingPunct="1">
        <a:spcBef>
          <a:spcPct val="0"/>
        </a:spcBef>
        <a:spcAft>
          <a:spcPct val="0"/>
        </a:spcAft>
        <a:defRPr sz="4000" b="1">
          <a:solidFill>
            <a:schemeClr val="tx1"/>
          </a:solidFill>
          <a:latin typeface="Arial" charset="0"/>
          <a:cs typeface="Arial" charset="0"/>
        </a:defRPr>
      </a:lvl3pPr>
      <a:lvl4pPr algn="l" rtl="0" eaLnBrk="1" fontAlgn="base" hangingPunct="1">
        <a:spcBef>
          <a:spcPct val="0"/>
        </a:spcBef>
        <a:spcAft>
          <a:spcPct val="0"/>
        </a:spcAft>
        <a:defRPr sz="4000" b="1">
          <a:solidFill>
            <a:schemeClr val="tx1"/>
          </a:solidFill>
          <a:latin typeface="Arial" charset="0"/>
          <a:cs typeface="Arial" charset="0"/>
        </a:defRPr>
      </a:lvl4pPr>
      <a:lvl5pPr algn="l" rtl="0" eaLnBrk="1" fontAlgn="base" hangingPunct="1">
        <a:spcBef>
          <a:spcPct val="0"/>
        </a:spcBef>
        <a:spcAft>
          <a:spcPct val="0"/>
        </a:spcAft>
        <a:defRPr sz="4000" b="1">
          <a:solidFill>
            <a:schemeClr val="tx1"/>
          </a:solidFill>
          <a:latin typeface="Arial" charset="0"/>
          <a:cs typeface="Arial" charset="0"/>
        </a:defRPr>
      </a:lvl5pPr>
      <a:lvl6pPr marL="457200" algn="l" rtl="0" eaLnBrk="1" fontAlgn="base" hangingPunct="1">
        <a:spcBef>
          <a:spcPct val="0"/>
        </a:spcBef>
        <a:spcAft>
          <a:spcPct val="0"/>
        </a:spcAft>
        <a:defRPr sz="4000" b="1">
          <a:solidFill>
            <a:schemeClr val="tx1"/>
          </a:solidFill>
          <a:latin typeface="Arial" charset="0"/>
          <a:cs typeface="Arial" charset="0"/>
        </a:defRPr>
      </a:lvl6pPr>
      <a:lvl7pPr marL="914400" algn="l" rtl="0" eaLnBrk="1" fontAlgn="base" hangingPunct="1">
        <a:spcBef>
          <a:spcPct val="0"/>
        </a:spcBef>
        <a:spcAft>
          <a:spcPct val="0"/>
        </a:spcAft>
        <a:defRPr sz="4000" b="1">
          <a:solidFill>
            <a:schemeClr val="tx1"/>
          </a:solidFill>
          <a:latin typeface="Arial" charset="0"/>
          <a:cs typeface="Arial" charset="0"/>
        </a:defRPr>
      </a:lvl7pPr>
      <a:lvl8pPr marL="1371600" algn="l" rtl="0" eaLnBrk="1" fontAlgn="base" hangingPunct="1">
        <a:spcBef>
          <a:spcPct val="0"/>
        </a:spcBef>
        <a:spcAft>
          <a:spcPct val="0"/>
        </a:spcAft>
        <a:defRPr sz="4000" b="1">
          <a:solidFill>
            <a:schemeClr val="tx1"/>
          </a:solidFill>
          <a:latin typeface="Arial" charset="0"/>
          <a:cs typeface="Arial" charset="0"/>
        </a:defRPr>
      </a:lvl8pPr>
      <a:lvl9pPr marL="1828800" algn="l" rtl="0" eaLnBrk="1" fontAlgn="base" hangingPunct="1">
        <a:spcBef>
          <a:spcPct val="0"/>
        </a:spcBef>
        <a:spcAft>
          <a:spcPct val="0"/>
        </a:spcAft>
        <a:defRPr sz="4000" b="1">
          <a:solidFill>
            <a:schemeClr val="tx1"/>
          </a:solidFill>
          <a:latin typeface="Arial" charset="0"/>
          <a:cs typeface="Arial"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F1AF7B-34C1-3B6A-DB19-F9E0CC39988E}"/>
              </a:ext>
            </a:extLst>
          </p:cNvPr>
          <p:cNvSpPr>
            <a:spLocks noGrp="1"/>
          </p:cNvSpPr>
          <p:nvPr>
            <p:ph type="title"/>
          </p:nvPr>
        </p:nvSpPr>
        <p:spPr/>
        <p:txBody>
          <a:bodyPr/>
          <a:lstStyle/>
          <a:p>
            <a:r>
              <a:rPr lang="en-US" dirty="0"/>
              <a:t>Sample questions from previous year exam</a:t>
            </a:r>
            <a:endParaRPr lang="en-IN" dirty="0"/>
          </a:p>
        </p:txBody>
      </p:sp>
    </p:spTree>
    <p:extLst>
      <p:ext uri="{BB962C8B-B14F-4D97-AF65-F5344CB8AC3E}">
        <p14:creationId xmlns:p14="http://schemas.microsoft.com/office/powerpoint/2010/main" val="278874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A2F97D4-07AC-DCF6-0DC0-03A62CB8923C}"/>
              </a:ext>
            </a:extLst>
          </p:cNvPr>
          <p:cNvSpPr>
            <a:spLocks noGrp="1"/>
          </p:cNvSpPr>
          <p:nvPr>
            <p:ph idx="1"/>
          </p:nvPr>
        </p:nvSpPr>
        <p:spPr/>
        <p:txBody>
          <a:bodyPr/>
          <a:lstStyle/>
          <a:p>
            <a:r>
              <a:rPr lang="en-IN" b="1" u="sng" dirty="0"/>
              <a:t>Question 1: </a:t>
            </a:r>
            <a:endParaRPr lang="en-IN" dirty="0"/>
          </a:p>
          <a:p>
            <a:r>
              <a:rPr lang="en-IN" dirty="0"/>
              <a:t>A Rescue Agent is deployed in a flood-affected city to deliver medicines from the base camp at (X1, Y1) to a relief shelter located at (X5, Y4). The agent must efficiently plan the route to ensure the timely delivery of the medical supplies. The city is represented as a 5x5 grid. The agent is equipped with four distinct actions: Move Up, Move Down, Move Left, and Move Right. However, it cannot move into waterlogged and blocked cells. The city is represented as a 5×5 grid below:</a:t>
            </a:r>
          </a:p>
          <a:p>
            <a:endParaRPr lang="en-IN" dirty="0"/>
          </a:p>
        </p:txBody>
      </p:sp>
      <p:sp>
        <p:nvSpPr>
          <p:cNvPr id="6" name="Content Placeholder 5">
            <a:extLst>
              <a:ext uri="{FF2B5EF4-FFF2-40B4-BE49-F238E27FC236}">
                <a16:creationId xmlns:a16="http://schemas.microsoft.com/office/drawing/2014/main" id="{5F75D250-B494-50CD-6EC2-6384FE27D9CE}"/>
              </a:ext>
            </a:extLst>
          </p:cNvPr>
          <p:cNvSpPr>
            <a:spLocks noGrp="1"/>
          </p:cNvSpPr>
          <p:nvPr>
            <p:ph sz="quarter" idx="10"/>
          </p:nvPr>
        </p:nvSpPr>
        <p:spPr/>
        <p:txBody>
          <a:bodyPr/>
          <a:lstStyle/>
          <a:p>
            <a:endParaRPr lang="en-IN" dirty="0"/>
          </a:p>
        </p:txBody>
      </p:sp>
    </p:spTree>
    <p:extLst>
      <p:ext uri="{BB962C8B-B14F-4D97-AF65-F5344CB8AC3E}">
        <p14:creationId xmlns:p14="http://schemas.microsoft.com/office/powerpoint/2010/main" val="3189038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0F04F8-5F05-0390-DEFC-A268CAECFAAF}"/>
              </a:ext>
            </a:extLst>
          </p:cNvPr>
          <p:cNvSpPr>
            <a:spLocks noGrp="1"/>
          </p:cNvSpPr>
          <p:nvPr>
            <p:ph sz="quarter" idx="10"/>
          </p:nvPr>
        </p:nvSpPr>
        <p:spPr/>
        <p:txBody>
          <a:bodyPr/>
          <a:lstStyle/>
          <a:p>
            <a:endParaRPr lang="en-IN"/>
          </a:p>
        </p:txBody>
      </p:sp>
      <p:pic>
        <p:nvPicPr>
          <p:cNvPr id="4" name="Content Placeholder 3">
            <a:extLst>
              <a:ext uri="{FF2B5EF4-FFF2-40B4-BE49-F238E27FC236}">
                <a16:creationId xmlns:a16="http://schemas.microsoft.com/office/drawing/2014/main" id="{8E36379E-ADEC-A585-302A-EDA9C0C6698B}"/>
              </a:ext>
            </a:extLst>
          </p:cNvPr>
          <p:cNvPicPr>
            <a:picLocks noGrp="1" noChangeAspect="1"/>
          </p:cNvPicPr>
          <p:nvPr>
            <p:ph idx="1"/>
          </p:nvPr>
        </p:nvPicPr>
        <p:blipFill>
          <a:blip r:embed="rId2"/>
          <a:stretch>
            <a:fillRect/>
          </a:stretch>
        </p:blipFill>
        <p:spPr>
          <a:xfrm>
            <a:off x="406400" y="2067634"/>
            <a:ext cx="7033562" cy="3264034"/>
          </a:xfrm>
          <a:prstGeom prst="rect">
            <a:avLst/>
          </a:prstGeom>
        </p:spPr>
      </p:pic>
      <p:sp>
        <p:nvSpPr>
          <p:cNvPr id="6" name="TextBox 5">
            <a:extLst>
              <a:ext uri="{FF2B5EF4-FFF2-40B4-BE49-F238E27FC236}">
                <a16:creationId xmlns:a16="http://schemas.microsoft.com/office/drawing/2014/main" id="{C528C371-3D96-30A9-529C-89F06CC7D465}"/>
              </a:ext>
            </a:extLst>
          </p:cNvPr>
          <p:cNvSpPr txBox="1"/>
          <p:nvPr/>
        </p:nvSpPr>
        <p:spPr>
          <a:xfrm>
            <a:off x="7650645" y="2067634"/>
            <a:ext cx="3829051" cy="2762488"/>
          </a:xfrm>
          <a:prstGeom prst="rect">
            <a:avLst/>
          </a:prstGeom>
          <a:noFill/>
        </p:spPr>
        <p:txBody>
          <a:bodyPr wrap="square">
            <a:spAutoFit/>
          </a:bodyPr>
          <a:lstStyle/>
          <a:p>
            <a:pPr algn="just">
              <a:lnSpc>
                <a:spcPct val="107000"/>
              </a:lnSpc>
              <a:spcAft>
                <a:spcPts val="800"/>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rPr>
              <a:t>Legend:</a:t>
            </a:r>
          </a:p>
          <a:p>
            <a:pPr algn="just">
              <a:lnSpc>
                <a:spcPct val="107000"/>
              </a:lnSpc>
              <a:spcAft>
                <a:spcPts val="800"/>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rPr>
              <a:t>S = Start (Base Camp)</a:t>
            </a:r>
          </a:p>
          <a:p>
            <a:pPr algn="just">
              <a:lnSpc>
                <a:spcPct val="107000"/>
              </a:lnSpc>
              <a:spcAft>
                <a:spcPts val="800"/>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rPr>
              <a:t>G = Goal (Relief Shelter)</a:t>
            </a:r>
          </a:p>
          <a:p>
            <a:pPr algn="just">
              <a:lnSpc>
                <a:spcPct val="107000"/>
              </a:lnSpc>
              <a:spcAft>
                <a:spcPts val="800"/>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rPr>
              <a:t>N = Normal cell (cost +1)</a:t>
            </a:r>
          </a:p>
          <a:p>
            <a:pPr algn="just">
              <a:lnSpc>
                <a:spcPct val="107000"/>
              </a:lnSpc>
              <a:spcAft>
                <a:spcPts val="800"/>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rPr>
              <a:t>W = Waterlogged (+5 cost)</a:t>
            </a:r>
          </a:p>
          <a:p>
            <a:pPr algn="just">
              <a:lnSpc>
                <a:spcPct val="107000"/>
              </a:lnSpc>
              <a:spcAft>
                <a:spcPts val="800"/>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rPr>
              <a:t>E = Energy pack (–2 cost)</a:t>
            </a:r>
          </a:p>
          <a:p>
            <a:pPr algn="just">
              <a:lnSpc>
                <a:spcPct val="107000"/>
              </a:lnSpc>
              <a:spcAft>
                <a:spcPts val="800"/>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rPr>
              <a:t>B = Blocked (not traversable)</a:t>
            </a:r>
          </a:p>
        </p:txBody>
      </p:sp>
    </p:spTree>
    <p:extLst>
      <p:ext uri="{BB962C8B-B14F-4D97-AF65-F5344CB8AC3E}">
        <p14:creationId xmlns:p14="http://schemas.microsoft.com/office/powerpoint/2010/main" val="2792860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86A9AB-408E-6D22-054A-CE2A4C96FF67}"/>
              </a:ext>
            </a:extLst>
          </p:cNvPr>
          <p:cNvSpPr>
            <a:spLocks noGrp="1"/>
          </p:cNvSpPr>
          <p:nvPr>
            <p:ph idx="1"/>
          </p:nvPr>
        </p:nvSpPr>
        <p:spPr>
          <a:xfrm>
            <a:off x="406400" y="1295400"/>
            <a:ext cx="10972800" cy="4525963"/>
          </a:xfrm>
        </p:spPr>
        <p:txBody>
          <a:bodyPr/>
          <a:lstStyle/>
          <a:p>
            <a:r>
              <a:rPr lang="en-IN" dirty="0"/>
              <a:t>Heuristic:</a:t>
            </a:r>
          </a:p>
          <a:p>
            <a:r>
              <a:rPr lang="en-IN" dirty="0"/>
              <a:t>H(n)=Manhattan Distance to Goal + No. of Waterlogged cells adjacent to position</a:t>
            </a:r>
          </a:p>
          <a:p>
            <a:r>
              <a:rPr lang="en-IN" dirty="0"/>
              <a:t>For the above problem do the following:</a:t>
            </a:r>
          </a:p>
          <a:p>
            <a:r>
              <a:rPr lang="en-IN" dirty="0"/>
              <a:t>a) Expand and depict the search tree for exactly 3 levels. (Level 0 = Start).</a:t>
            </a:r>
          </a:p>
          <a:p>
            <a:r>
              <a:rPr lang="en-IN" dirty="0"/>
              <a:t>b) Calculate path cost and heuristic values for all nodes at Level 1–3.</a:t>
            </a:r>
          </a:p>
          <a:p>
            <a:r>
              <a:rPr lang="en-IN" dirty="0"/>
              <a:t>c) Apply A* search and show all steps. </a:t>
            </a:r>
          </a:p>
          <a:p>
            <a:r>
              <a:rPr lang="en-IN" dirty="0"/>
              <a:t>Manhattan distance = For two points (P(x1, y1)) and (Q(x2, y2)), the formula is:</a:t>
            </a:r>
            <a:br>
              <a:rPr lang="en-IN" dirty="0"/>
            </a:br>
            <a:r>
              <a:rPr lang="en-IN" dirty="0"/>
              <a:t>D=|x1-x2|+|y1-y2|)</a:t>
            </a:r>
          </a:p>
          <a:p>
            <a:endParaRPr lang="en-IN" dirty="0"/>
          </a:p>
          <a:p>
            <a:endParaRPr lang="en-IN" dirty="0"/>
          </a:p>
        </p:txBody>
      </p:sp>
      <p:sp>
        <p:nvSpPr>
          <p:cNvPr id="3" name="Content Placeholder 2">
            <a:extLst>
              <a:ext uri="{FF2B5EF4-FFF2-40B4-BE49-F238E27FC236}">
                <a16:creationId xmlns:a16="http://schemas.microsoft.com/office/drawing/2014/main" id="{ED168319-8323-13E6-2167-89E94ADD2622}"/>
              </a:ext>
            </a:extLst>
          </p:cNvPr>
          <p:cNvSpPr>
            <a:spLocks noGrp="1"/>
          </p:cNvSpPr>
          <p:nvPr>
            <p:ph sz="quarter" idx="10"/>
          </p:nvPr>
        </p:nvSpPr>
        <p:spPr/>
        <p:txBody>
          <a:bodyPr/>
          <a:lstStyle/>
          <a:p>
            <a:endParaRPr lang="en-IN"/>
          </a:p>
        </p:txBody>
      </p:sp>
    </p:spTree>
    <p:extLst>
      <p:ext uri="{BB962C8B-B14F-4D97-AF65-F5344CB8AC3E}">
        <p14:creationId xmlns:p14="http://schemas.microsoft.com/office/powerpoint/2010/main" val="222887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6BEE245-1F3F-4FA6-9549-D9E6FA5706F2}"/>
              </a:ext>
            </a:extLst>
          </p:cNvPr>
          <p:cNvGraphicFramePr>
            <a:graphicFrameLocks noGrp="1"/>
          </p:cNvGraphicFramePr>
          <p:nvPr>
            <p:ph idx="1"/>
            <p:extLst>
              <p:ext uri="{D42A27DB-BD31-4B8C-83A1-F6EECF244321}">
                <p14:modId xmlns:p14="http://schemas.microsoft.com/office/powerpoint/2010/main" val="667423517"/>
              </p:ext>
            </p:extLst>
          </p:nvPr>
        </p:nvGraphicFramePr>
        <p:xfrm>
          <a:off x="1102140" y="3964212"/>
          <a:ext cx="2764183" cy="1974342"/>
        </p:xfrm>
        <a:graphic>
          <a:graphicData uri="http://schemas.openxmlformats.org/drawingml/2006/table">
            <a:tbl>
              <a:tblPr firstRow="1" firstCol="1" bandRow="1">
                <a:tableStyleId>{5C22544A-7EE6-4342-B048-85BDC9FD1C3A}</a:tableStyleId>
              </a:tblPr>
              <a:tblGrid>
                <a:gridCol w="1104348">
                  <a:extLst>
                    <a:ext uri="{9D8B030D-6E8A-4147-A177-3AD203B41FA5}">
                      <a16:colId xmlns:a16="http://schemas.microsoft.com/office/drawing/2014/main" val="2159801054"/>
                    </a:ext>
                  </a:extLst>
                </a:gridCol>
                <a:gridCol w="1659835">
                  <a:extLst>
                    <a:ext uri="{9D8B030D-6E8A-4147-A177-3AD203B41FA5}">
                      <a16:colId xmlns:a16="http://schemas.microsoft.com/office/drawing/2014/main" val="4108291252"/>
                    </a:ext>
                  </a:extLst>
                </a:gridCol>
              </a:tblGrid>
              <a:tr h="0">
                <a:tc>
                  <a:txBody>
                    <a:bodyPr/>
                    <a:lstStyle/>
                    <a:p>
                      <a:pPr algn="just">
                        <a:lnSpc>
                          <a:spcPct val="107000"/>
                        </a:lnSpc>
                        <a:spcAft>
                          <a:spcPts val="800"/>
                        </a:spcAft>
                        <a:buNone/>
                      </a:pPr>
                      <a:r>
                        <a:rPr lang="en-IN" sz="2000" kern="100" dirty="0">
                          <a:effectLst/>
                        </a:rPr>
                        <a:t>Cell</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Cost</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741075337"/>
                  </a:ext>
                </a:extLst>
              </a:tr>
              <a:tr h="0">
                <a:tc>
                  <a:txBody>
                    <a:bodyPr/>
                    <a:lstStyle/>
                    <a:p>
                      <a:pPr algn="just">
                        <a:lnSpc>
                          <a:spcPct val="107000"/>
                        </a:lnSpc>
                        <a:spcAft>
                          <a:spcPts val="800"/>
                        </a:spcAft>
                        <a:buNone/>
                      </a:pPr>
                      <a:r>
                        <a:rPr lang="en-IN" sz="2000" kern="100" dirty="0">
                          <a:effectLst/>
                        </a:rPr>
                        <a:t>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+1</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585379176"/>
                  </a:ext>
                </a:extLst>
              </a:tr>
              <a:tr h="0">
                <a:tc>
                  <a:txBody>
                    <a:bodyPr/>
                    <a:lstStyle/>
                    <a:p>
                      <a:pPr algn="just">
                        <a:lnSpc>
                          <a:spcPct val="107000"/>
                        </a:lnSpc>
                        <a:spcAft>
                          <a:spcPts val="800"/>
                        </a:spcAft>
                        <a:buNone/>
                      </a:pPr>
                      <a:r>
                        <a:rPr lang="en-IN" sz="2000" kern="100" dirty="0">
                          <a:effectLst/>
                        </a:rPr>
                        <a:t>E</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-2</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590512270"/>
                  </a:ext>
                </a:extLst>
              </a:tr>
              <a:tr h="0">
                <a:tc>
                  <a:txBody>
                    <a:bodyPr/>
                    <a:lstStyle/>
                    <a:p>
                      <a:pPr algn="just">
                        <a:lnSpc>
                          <a:spcPct val="107000"/>
                        </a:lnSpc>
                        <a:spcAft>
                          <a:spcPts val="800"/>
                        </a:spcAft>
                        <a:buNone/>
                      </a:pPr>
                      <a:r>
                        <a:rPr lang="en-IN" sz="2000" kern="100" dirty="0">
                          <a:effectLst/>
                        </a:rPr>
                        <a:t>G</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+1</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2290365071"/>
                  </a:ext>
                </a:extLst>
              </a:tr>
              <a:tr h="0">
                <a:tc>
                  <a:txBody>
                    <a:bodyPr/>
                    <a:lstStyle/>
                    <a:p>
                      <a:pPr algn="just">
                        <a:lnSpc>
                          <a:spcPct val="107000"/>
                        </a:lnSpc>
                        <a:spcAft>
                          <a:spcPts val="800"/>
                        </a:spcAft>
                        <a:buNone/>
                      </a:pPr>
                      <a:r>
                        <a:rPr lang="en-IN" sz="2000" kern="100" dirty="0">
                          <a:effectLst/>
                        </a:rPr>
                        <a:t>W</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Not allowed</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2474662344"/>
                  </a:ext>
                </a:extLst>
              </a:tr>
              <a:tr h="0">
                <a:tc>
                  <a:txBody>
                    <a:bodyPr/>
                    <a:lstStyle/>
                    <a:p>
                      <a:pPr algn="just">
                        <a:lnSpc>
                          <a:spcPct val="107000"/>
                        </a:lnSpc>
                        <a:spcAft>
                          <a:spcPts val="800"/>
                        </a:spcAft>
                        <a:buNone/>
                      </a:pPr>
                      <a:r>
                        <a:rPr lang="en-IN" sz="2000" kern="100">
                          <a:effectLst/>
                        </a:rPr>
                        <a:t>B</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Not allowed</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046272048"/>
                  </a:ext>
                </a:extLst>
              </a:tr>
            </a:tbl>
          </a:graphicData>
        </a:graphic>
      </p:graphicFrame>
      <p:sp>
        <p:nvSpPr>
          <p:cNvPr id="3" name="Content Placeholder 2">
            <a:extLst>
              <a:ext uri="{FF2B5EF4-FFF2-40B4-BE49-F238E27FC236}">
                <a16:creationId xmlns:a16="http://schemas.microsoft.com/office/drawing/2014/main" id="{E1BAC07F-1D9C-4DD4-836D-087F1323E7CF}"/>
              </a:ext>
            </a:extLst>
          </p:cNvPr>
          <p:cNvSpPr>
            <a:spLocks noGrp="1"/>
          </p:cNvSpPr>
          <p:nvPr>
            <p:ph sz="quarter" idx="10"/>
          </p:nvPr>
        </p:nvSpPr>
        <p:spPr/>
        <p:txBody>
          <a:bodyPr/>
          <a:lstStyle/>
          <a:p>
            <a:r>
              <a:rPr lang="en-US" dirty="0"/>
              <a:t>Initial assumptions from given statement</a:t>
            </a:r>
            <a:endParaRPr lang="en-IN" dirty="0"/>
          </a:p>
        </p:txBody>
      </p:sp>
      <p:sp>
        <p:nvSpPr>
          <p:cNvPr id="5" name="Rectangle 1">
            <a:extLst>
              <a:ext uri="{FF2B5EF4-FFF2-40B4-BE49-F238E27FC236}">
                <a16:creationId xmlns:a16="http://schemas.microsoft.com/office/drawing/2014/main" id="{BE4FFB2D-B62A-2BE5-7942-4D1524F2400D}"/>
              </a:ext>
            </a:extLst>
          </p:cNvPr>
          <p:cNvSpPr>
            <a:spLocks noChangeArrowheads="1"/>
          </p:cNvSpPr>
          <p:nvPr/>
        </p:nvSpPr>
        <p:spPr bwMode="auto">
          <a:xfrm>
            <a:off x="2932043" y="1575036"/>
            <a:ext cx="604299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Grid rules used</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Traversable cells: S, N, E, G</a:t>
            </a:r>
            <a:br>
              <a:rPr kumimoji="0" lang="en-US" altLang="en-US" b="1"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br>
            <a:r>
              <a:rPr kumimoji="0" lang="en-US" altLang="en-US" b="1"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Non-traversable cells: W, B</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Costs: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sng"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Heuristic:</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H(n)=Manhattan Distance to Goal + No. of Waterlogged cells adjacent to position</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Goal = </a:t>
            </a:r>
            <a:r>
              <a:rPr kumimoji="0" lang="en-US" altLang="en-US" b="1"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(X5, Y4)</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2240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C1FFC5-3B7C-7292-D143-DAC1B90EFA66}"/>
              </a:ext>
            </a:extLst>
          </p:cNvPr>
          <p:cNvSpPr>
            <a:spLocks noGrp="1"/>
          </p:cNvSpPr>
          <p:nvPr>
            <p:ph idx="1"/>
          </p:nvPr>
        </p:nvSpPr>
        <p:spPr/>
        <p:txBody>
          <a:bodyPr/>
          <a:lstStyle/>
          <a:p>
            <a:r>
              <a:rPr lang="en-IN" b="1" dirty="0"/>
              <a:t>Level 0 = Start</a:t>
            </a:r>
            <a:endParaRPr lang="en-IN" dirty="0"/>
          </a:p>
          <a:p>
            <a:r>
              <a:rPr lang="en-IN" b="1" dirty="0"/>
              <a:t>Level 1 = nodes one move from Start</a:t>
            </a:r>
            <a:endParaRPr lang="en-IN" dirty="0"/>
          </a:p>
          <a:p>
            <a:r>
              <a:rPr lang="en-IN" b="1" dirty="0"/>
              <a:t>Level 2 = nodes two moves from Start</a:t>
            </a:r>
            <a:endParaRPr lang="en-IN" dirty="0"/>
          </a:p>
          <a:p>
            <a:r>
              <a:rPr lang="en-IN" b="1" dirty="0"/>
              <a:t>Level 3 = nodes three moves from Start</a:t>
            </a:r>
            <a:endParaRPr lang="en-IN" dirty="0"/>
          </a:p>
          <a:p>
            <a:r>
              <a:rPr lang="en-IN" b="1" dirty="0"/>
              <a:t> </a:t>
            </a:r>
            <a:endParaRPr lang="en-IN" dirty="0"/>
          </a:p>
          <a:p>
            <a:r>
              <a:rPr lang="en-IN" b="1" u="sng" dirty="0"/>
              <a:t>Level 0:</a:t>
            </a:r>
            <a:endParaRPr lang="en-IN" dirty="0"/>
          </a:p>
          <a:p>
            <a:r>
              <a:rPr lang="en-IN" b="1" dirty="0"/>
              <a:t>(X1,Y1) S</a:t>
            </a:r>
          </a:p>
          <a:p>
            <a:endParaRPr lang="en-IN" dirty="0">
              <a:solidFill>
                <a:schemeClr val="tx2">
                  <a:lumMod val="60000"/>
                  <a:lumOff val="40000"/>
                </a:schemeClr>
              </a:solidFill>
            </a:endParaRPr>
          </a:p>
          <a:p>
            <a:r>
              <a:rPr lang="en-IN" dirty="0">
                <a:solidFill>
                  <a:schemeClr val="tx2">
                    <a:lumMod val="60000"/>
                    <a:lumOff val="40000"/>
                  </a:schemeClr>
                </a:solidFill>
              </a:rPr>
              <a:t>5 minutes for expanding the search tree up to</a:t>
            </a:r>
          </a:p>
          <a:p>
            <a:r>
              <a:rPr lang="en-IN" dirty="0">
                <a:solidFill>
                  <a:schemeClr val="tx2">
                    <a:lumMod val="60000"/>
                    <a:lumOff val="40000"/>
                  </a:schemeClr>
                </a:solidFill>
              </a:rPr>
              <a:t> level 3 ………..</a:t>
            </a:r>
          </a:p>
          <a:p>
            <a:endParaRPr lang="en-IN" dirty="0"/>
          </a:p>
        </p:txBody>
      </p:sp>
      <p:sp>
        <p:nvSpPr>
          <p:cNvPr id="3" name="Content Placeholder 2">
            <a:extLst>
              <a:ext uri="{FF2B5EF4-FFF2-40B4-BE49-F238E27FC236}">
                <a16:creationId xmlns:a16="http://schemas.microsoft.com/office/drawing/2014/main" id="{626A778D-D9FA-B9CB-3B57-5CFEE34D2177}"/>
              </a:ext>
            </a:extLst>
          </p:cNvPr>
          <p:cNvSpPr>
            <a:spLocks noGrp="1"/>
          </p:cNvSpPr>
          <p:nvPr>
            <p:ph sz="quarter" idx="10"/>
          </p:nvPr>
        </p:nvSpPr>
        <p:spPr/>
        <p:txBody>
          <a:bodyPr>
            <a:normAutofit fontScale="92500"/>
          </a:bodyPr>
          <a:lstStyle/>
          <a:p>
            <a:r>
              <a:rPr lang="en-US" dirty="0"/>
              <a:t>Solution - </a:t>
            </a:r>
            <a:r>
              <a:rPr lang="en-IN" dirty="0"/>
              <a:t>a) Expand and depict the search tree for exactly 3 levels. (Level 0 = Start).</a:t>
            </a:r>
          </a:p>
        </p:txBody>
      </p:sp>
      <p:pic>
        <p:nvPicPr>
          <p:cNvPr id="5" name="Content Placeholder 3">
            <a:extLst>
              <a:ext uri="{FF2B5EF4-FFF2-40B4-BE49-F238E27FC236}">
                <a16:creationId xmlns:a16="http://schemas.microsoft.com/office/drawing/2014/main" id="{305D2567-5347-B443-5786-57641DE443FE}"/>
              </a:ext>
            </a:extLst>
          </p:cNvPr>
          <p:cNvPicPr>
            <a:picLocks noChangeAspect="1"/>
          </p:cNvPicPr>
          <p:nvPr/>
        </p:nvPicPr>
        <p:blipFill>
          <a:blip r:embed="rId2"/>
          <a:stretch>
            <a:fillRect/>
          </a:stretch>
        </p:blipFill>
        <p:spPr bwMode="auto">
          <a:xfrm>
            <a:off x="6778486" y="4180808"/>
            <a:ext cx="5413513" cy="251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8676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BCCEE-207B-072B-977E-BD13919903C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C5F13E-4A10-ADF9-D9F7-ACE5EEAEE180}"/>
              </a:ext>
            </a:extLst>
          </p:cNvPr>
          <p:cNvSpPr>
            <a:spLocks noGrp="1"/>
          </p:cNvSpPr>
          <p:nvPr>
            <p:ph idx="1"/>
          </p:nvPr>
        </p:nvSpPr>
        <p:spPr/>
        <p:txBody>
          <a:bodyPr/>
          <a:lstStyle/>
          <a:p>
            <a:r>
              <a:rPr lang="en-IN" b="1" u="sng" dirty="0"/>
              <a:t>Level 1:</a:t>
            </a:r>
            <a:endParaRPr lang="en-IN" dirty="0"/>
          </a:p>
          <a:p>
            <a:r>
              <a:rPr lang="en-IN" b="1" dirty="0"/>
              <a:t>From (X1,Y1):</a:t>
            </a:r>
            <a:endParaRPr lang="en-IN" dirty="0"/>
          </a:p>
          <a:p>
            <a:r>
              <a:rPr lang="en-IN" b="1" dirty="0"/>
              <a:t>├── Down  → (X2,Y1) N</a:t>
            </a:r>
            <a:endParaRPr lang="en-IN" dirty="0"/>
          </a:p>
          <a:p>
            <a:r>
              <a:rPr lang="en-IN" b="1" dirty="0"/>
              <a:t>└── Right → (X1,Y2) N</a:t>
            </a:r>
            <a:endParaRPr lang="en-IN" dirty="0"/>
          </a:p>
          <a:p>
            <a:r>
              <a:rPr lang="en-IN" b="1" dirty="0"/>
              <a:t> </a:t>
            </a:r>
            <a:endParaRPr lang="en-IN" dirty="0"/>
          </a:p>
          <a:p>
            <a:r>
              <a:rPr lang="en-IN" b="1" u="sng" dirty="0"/>
              <a:t>Level 2:</a:t>
            </a:r>
            <a:endParaRPr lang="en-IN" dirty="0"/>
          </a:p>
          <a:p>
            <a:r>
              <a:rPr lang="en-IN" b="1" dirty="0"/>
              <a:t>From (X2,Y1):</a:t>
            </a:r>
            <a:endParaRPr lang="en-IN" dirty="0"/>
          </a:p>
          <a:p>
            <a:r>
              <a:rPr lang="en-IN" b="1" dirty="0"/>
              <a:t>└── Down → (X3,Y1) N</a:t>
            </a:r>
            <a:endParaRPr lang="en-IN" dirty="0"/>
          </a:p>
          <a:p>
            <a:endParaRPr lang="en-IN" dirty="0"/>
          </a:p>
        </p:txBody>
      </p:sp>
      <p:sp>
        <p:nvSpPr>
          <p:cNvPr id="3" name="Content Placeholder 2">
            <a:extLst>
              <a:ext uri="{FF2B5EF4-FFF2-40B4-BE49-F238E27FC236}">
                <a16:creationId xmlns:a16="http://schemas.microsoft.com/office/drawing/2014/main" id="{60B6D34B-F15C-1DBF-9B52-CEA70894864C}"/>
              </a:ext>
            </a:extLst>
          </p:cNvPr>
          <p:cNvSpPr>
            <a:spLocks noGrp="1"/>
          </p:cNvSpPr>
          <p:nvPr>
            <p:ph sz="quarter" idx="10"/>
          </p:nvPr>
        </p:nvSpPr>
        <p:spPr/>
        <p:txBody>
          <a:bodyPr>
            <a:normAutofit fontScale="92500"/>
          </a:bodyPr>
          <a:lstStyle/>
          <a:p>
            <a:r>
              <a:rPr lang="en-US" dirty="0"/>
              <a:t>Solution - </a:t>
            </a:r>
            <a:r>
              <a:rPr lang="en-IN" dirty="0"/>
              <a:t>a) Expand and depict the search tree for exactly 3 levels. (Level 0 = Start).</a:t>
            </a:r>
          </a:p>
        </p:txBody>
      </p:sp>
      <p:pic>
        <p:nvPicPr>
          <p:cNvPr id="4" name="Content Placeholder 3">
            <a:extLst>
              <a:ext uri="{FF2B5EF4-FFF2-40B4-BE49-F238E27FC236}">
                <a16:creationId xmlns:a16="http://schemas.microsoft.com/office/drawing/2014/main" id="{F2430336-EF6C-2A67-3EA4-1098EA98895C}"/>
              </a:ext>
            </a:extLst>
          </p:cNvPr>
          <p:cNvPicPr>
            <a:picLocks noChangeAspect="1"/>
          </p:cNvPicPr>
          <p:nvPr/>
        </p:nvPicPr>
        <p:blipFill>
          <a:blip r:embed="rId2"/>
          <a:stretch>
            <a:fillRect/>
          </a:stretch>
        </p:blipFill>
        <p:spPr bwMode="auto">
          <a:xfrm>
            <a:off x="7464437" y="3677478"/>
            <a:ext cx="4656855" cy="2161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1330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AD920-1FA4-4E39-A451-5EB0EEF1ED4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C24612-43BB-F815-5180-A0467B6912C0}"/>
              </a:ext>
            </a:extLst>
          </p:cNvPr>
          <p:cNvSpPr>
            <a:spLocks noGrp="1"/>
          </p:cNvSpPr>
          <p:nvPr>
            <p:ph idx="1"/>
          </p:nvPr>
        </p:nvSpPr>
        <p:spPr/>
        <p:txBody>
          <a:bodyPr/>
          <a:lstStyle/>
          <a:p>
            <a:r>
              <a:rPr lang="en-IN" b="1" dirty="0"/>
              <a:t>From (X1,Y2):</a:t>
            </a:r>
            <a:endParaRPr lang="en-IN" dirty="0"/>
          </a:p>
          <a:p>
            <a:r>
              <a:rPr lang="en-IN" b="1" dirty="0"/>
              <a:t>No valid new child</a:t>
            </a:r>
            <a:endParaRPr lang="en-IN" dirty="0"/>
          </a:p>
          <a:p>
            <a:r>
              <a:rPr lang="en-IN" b="1" dirty="0"/>
              <a:t>    Right → (X1,Y3) W, not allowed</a:t>
            </a:r>
            <a:endParaRPr lang="en-IN" dirty="0"/>
          </a:p>
          <a:p>
            <a:r>
              <a:rPr lang="en-IN" b="1" dirty="0"/>
              <a:t>    Down  → (X2,Y2) W, not allowed</a:t>
            </a:r>
            <a:endParaRPr lang="en-IN" dirty="0"/>
          </a:p>
          <a:p>
            <a:r>
              <a:rPr lang="en-IN" b="1" dirty="0"/>
              <a:t>    Left  → (X1,Y1), already visited</a:t>
            </a:r>
            <a:endParaRPr lang="en-IN" dirty="0"/>
          </a:p>
          <a:p>
            <a:r>
              <a:rPr lang="en-IN" b="1" u="sng" dirty="0"/>
              <a:t>Level 3:</a:t>
            </a:r>
            <a:endParaRPr lang="en-IN" dirty="0"/>
          </a:p>
          <a:p>
            <a:r>
              <a:rPr lang="en-IN" b="1" dirty="0"/>
              <a:t>From (X3,Y1):</a:t>
            </a:r>
            <a:endParaRPr lang="en-IN" dirty="0"/>
          </a:p>
          <a:p>
            <a:r>
              <a:rPr lang="en-IN" b="1" dirty="0"/>
              <a:t>└── Right → (X3,Y2) N</a:t>
            </a:r>
            <a:endParaRPr lang="en-IN" dirty="0"/>
          </a:p>
          <a:p>
            <a:endParaRPr lang="en-IN" dirty="0"/>
          </a:p>
        </p:txBody>
      </p:sp>
      <p:sp>
        <p:nvSpPr>
          <p:cNvPr id="3" name="Content Placeholder 2">
            <a:extLst>
              <a:ext uri="{FF2B5EF4-FFF2-40B4-BE49-F238E27FC236}">
                <a16:creationId xmlns:a16="http://schemas.microsoft.com/office/drawing/2014/main" id="{58F7EBA3-91C0-0556-829B-26B06B0A9033}"/>
              </a:ext>
            </a:extLst>
          </p:cNvPr>
          <p:cNvSpPr>
            <a:spLocks noGrp="1"/>
          </p:cNvSpPr>
          <p:nvPr>
            <p:ph sz="quarter" idx="10"/>
          </p:nvPr>
        </p:nvSpPr>
        <p:spPr/>
        <p:txBody>
          <a:bodyPr>
            <a:normAutofit fontScale="92500"/>
          </a:bodyPr>
          <a:lstStyle/>
          <a:p>
            <a:r>
              <a:rPr lang="en-US" dirty="0"/>
              <a:t>Solution - </a:t>
            </a:r>
            <a:r>
              <a:rPr lang="en-IN" dirty="0"/>
              <a:t>a) Expand and depict the search tree for exactly 3 levels. (Level 0 = Start).</a:t>
            </a:r>
          </a:p>
        </p:txBody>
      </p:sp>
      <p:pic>
        <p:nvPicPr>
          <p:cNvPr id="4" name="Content Placeholder 3">
            <a:extLst>
              <a:ext uri="{FF2B5EF4-FFF2-40B4-BE49-F238E27FC236}">
                <a16:creationId xmlns:a16="http://schemas.microsoft.com/office/drawing/2014/main" id="{82271332-FE33-4236-B9F0-281879B445D9}"/>
              </a:ext>
            </a:extLst>
          </p:cNvPr>
          <p:cNvPicPr>
            <a:picLocks noChangeAspect="1"/>
          </p:cNvPicPr>
          <p:nvPr/>
        </p:nvPicPr>
        <p:blipFill>
          <a:blip r:embed="rId2"/>
          <a:stretch>
            <a:fillRect/>
          </a:stretch>
        </p:blipFill>
        <p:spPr bwMode="auto">
          <a:xfrm>
            <a:off x="7464437" y="3677478"/>
            <a:ext cx="4656855" cy="2161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4693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D8B33A-B76E-4C8A-80CA-31CBE6B2F8B4}"/>
              </a:ext>
            </a:extLst>
          </p:cNvPr>
          <p:cNvSpPr>
            <a:spLocks noGrp="1"/>
          </p:cNvSpPr>
          <p:nvPr>
            <p:ph idx="1"/>
          </p:nvPr>
        </p:nvSpPr>
        <p:spPr>
          <a:xfrm>
            <a:off x="406400" y="1295400"/>
            <a:ext cx="10972800" cy="5314122"/>
          </a:xfrm>
        </p:spPr>
        <p:txBody>
          <a:bodyPr/>
          <a:lstStyle/>
          <a:p>
            <a:r>
              <a:rPr lang="en-US" dirty="0"/>
              <a:t>Let's calculate the path costs and heuristic values for levels 1 to 3</a:t>
            </a:r>
          </a:p>
          <a:p>
            <a:r>
              <a:rPr lang="en-IN" kern="100" dirty="0">
                <a:ea typeface="Calibri" panose="020F0502020204030204" pitchFamily="34" charset="0"/>
              </a:rPr>
              <a:t>Heuristic h(n)=Manhattan Distance to Goal + No. of Waterlogged cells adjacent to position</a:t>
            </a:r>
          </a:p>
          <a:p>
            <a:r>
              <a:rPr lang="pt-BR" dirty="0"/>
              <a:t>Evaluation function </a:t>
            </a:r>
            <a:r>
              <a:rPr lang="en-IN" dirty="0"/>
              <a:t>f(n)=g(n)+h(n) </a:t>
            </a:r>
          </a:p>
          <a:p>
            <a:r>
              <a:rPr lang="en-IN" kern="100" dirty="0">
                <a:ea typeface="Calibri" panose="020F0502020204030204" pitchFamily="34" charset="0"/>
              </a:rPr>
              <a:t>g(n)=</a:t>
            </a:r>
            <a:r>
              <a:rPr lang="en-US" dirty="0"/>
              <a:t>The </a:t>
            </a:r>
            <a:r>
              <a:rPr lang="en-US" b="1" dirty="0"/>
              <a:t>actual path cost</a:t>
            </a:r>
            <a:r>
              <a:rPr lang="en-US" dirty="0"/>
              <a:t>. This represents the exact cost to reach the current node n from the starting node.</a:t>
            </a:r>
          </a:p>
          <a:p>
            <a:r>
              <a:rPr lang="en-US" b="1" dirty="0"/>
              <a:t>f(n)</a:t>
            </a:r>
            <a:r>
              <a:rPr lang="en-US" dirty="0"/>
              <a:t>: The </a:t>
            </a:r>
            <a:r>
              <a:rPr lang="en-US" b="1" dirty="0"/>
              <a:t>total estimated cost</a:t>
            </a:r>
            <a:r>
              <a:rPr lang="en-US" dirty="0"/>
              <a:t>. This is the projected cost of the entire cheapest solution that passes through node n</a:t>
            </a:r>
          </a:p>
          <a:p>
            <a:r>
              <a:rPr lang="en-US" kern="100" dirty="0">
                <a:solidFill>
                  <a:srgbClr val="0070C0"/>
                </a:solidFill>
                <a:ea typeface="Calibri" panose="020F0502020204030204" pitchFamily="34" charset="0"/>
              </a:rPr>
              <a:t>5 minutes for calculating the values: g(n), h(n) and f(n) ………..</a:t>
            </a:r>
          </a:p>
          <a:p>
            <a:endParaRPr lang="en-US" kern="100" dirty="0">
              <a:solidFill>
                <a:srgbClr val="0070C0"/>
              </a:solidFill>
              <a:ea typeface="Calibri" panose="020F0502020204030204" pitchFamily="34" charset="0"/>
            </a:endParaRPr>
          </a:p>
          <a:p>
            <a:endParaRPr lang="en-US" kern="100" dirty="0">
              <a:solidFill>
                <a:srgbClr val="0070C0"/>
              </a:solidFill>
              <a:ea typeface="Calibri" panose="020F0502020204030204" pitchFamily="34" charset="0"/>
            </a:endParaRPr>
          </a:p>
          <a:p>
            <a:endParaRPr lang="en-IN" kern="100" dirty="0">
              <a:solidFill>
                <a:srgbClr val="0070C0"/>
              </a:solidFill>
              <a:ea typeface="Calibri" panose="020F0502020204030204" pitchFamily="34" charset="0"/>
            </a:endParaRPr>
          </a:p>
          <a:p>
            <a:endParaRPr lang="en-IN" kern="100" dirty="0">
              <a:solidFill>
                <a:srgbClr val="0070C0"/>
              </a:solidFill>
              <a:latin typeface="Times New Roman" panose="02020603050405020304" pitchFamily="18" charset="0"/>
              <a:ea typeface="Calibri" panose="020F0502020204030204" pitchFamily="34" charset="0"/>
              <a:cs typeface="Times" panose="02020603050405020304" pitchFamily="18" charset="0"/>
            </a:endParaRPr>
          </a:p>
          <a:p>
            <a:endParaRPr lang="en-US" dirty="0"/>
          </a:p>
          <a:p>
            <a:endParaRPr lang="en-IN" dirty="0"/>
          </a:p>
        </p:txBody>
      </p:sp>
      <p:sp>
        <p:nvSpPr>
          <p:cNvPr id="3" name="Content Placeholder 2">
            <a:extLst>
              <a:ext uri="{FF2B5EF4-FFF2-40B4-BE49-F238E27FC236}">
                <a16:creationId xmlns:a16="http://schemas.microsoft.com/office/drawing/2014/main" id="{38FF1397-78C5-C96D-49DA-127E3C132B1D}"/>
              </a:ext>
            </a:extLst>
          </p:cNvPr>
          <p:cNvSpPr>
            <a:spLocks noGrp="1"/>
          </p:cNvSpPr>
          <p:nvPr>
            <p:ph sz="quarter" idx="10"/>
          </p:nvPr>
        </p:nvSpPr>
        <p:spPr/>
        <p:txBody>
          <a:bodyPr/>
          <a:lstStyle/>
          <a:p>
            <a:endParaRPr lang="en-IN"/>
          </a:p>
        </p:txBody>
      </p:sp>
    </p:spTree>
    <p:extLst>
      <p:ext uri="{BB962C8B-B14F-4D97-AF65-F5344CB8AC3E}">
        <p14:creationId xmlns:p14="http://schemas.microsoft.com/office/powerpoint/2010/main" val="2343046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818F2-D65C-67EC-C253-B9C8AAA1B3C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D5A595-2ED8-5883-A075-85CEC4C3D799}"/>
              </a:ext>
            </a:extLst>
          </p:cNvPr>
          <p:cNvSpPr>
            <a:spLocks noGrp="1"/>
          </p:cNvSpPr>
          <p:nvPr>
            <p:ph sz="quarter" idx="10"/>
          </p:nvPr>
        </p:nvSpPr>
        <p:spPr/>
        <p:txBody>
          <a:bodyPr>
            <a:normAutofit fontScale="92500"/>
          </a:bodyPr>
          <a:lstStyle/>
          <a:p>
            <a:r>
              <a:rPr lang="en-US" dirty="0"/>
              <a:t>Solution - </a:t>
            </a:r>
            <a:r>
              <a:rPr lang="en-IN" dirty="0"/>
              <a:t>b) Calculate path cost and heuristic values for all nodes at Level 1–3.</a:t>
            </a:r>
          </a:p>
        </p:txBody>
      </p:sp>
      <p:graphicFrame>
        <p:nvGraphicFramePr>
          <p:cNvPr id="7" name="Content Placeholder 6">
            <a:extLst>
              <a:ext uri="{FF2B5EF4-FFF2-40B4-BE49-F238E27FC236}">
                <a16:creationId xmlns:a16="http://schemas.microsoft.com/office/drawing/2014/main" id="{AF4FBA19-4B78-803F-432A-C354D934CBF2}"/>
              </a:ext>
            </a:extLst>
          </p:cNvPr>
          <p:cNvGraphicFramePr>
            <a:graphicFrameLocks noGrp="1"/>
          </p:cNvGraphicFramePr>
          <p:nvPr>
            <p:ph idx="1"/>
            <p:extLst>
              <p:ext uri="{D42A27DB-BD31-4B8C-83A1-F6EECF244321}">
                <p14:modId xmlns:p14="http://schemas.microsoft.com/office/powerpoint/2010/main" val="358976169"/>
              </p:ext>
            </p:extLst>
          </p:nvPr>
        </p:nvGraphicFramePr>
        <p:xfrm>
          <a:off x="330299" y="2003286"/>
          <a:ext cx="10972801" cy="1564831"/>
        </p:xfrm>
        <a:graphic>
          <a:graphicData uri="http://schemas.openxmlformats.org/drawingml/2006/table">
            <a:tbl>
              <a:tblPr firstRow="1" firstCol="1" bandRow="1">
                <a:tableStyleId>{5C22544A-7EE6-4342-B048-85BDC9FD1C3A}</a:tableStyleId>
              </a:tblPr>
              <a:tblGrid>
                <a:gridCol w="1567543">
                  <a:extLst>
                    <a:ext uri="{9D8B030D-6E8A-4147-A177-3AD203B41FA5}">
                      <a16:colId xmlns:a16="http://schemas.microsoft.com/office/drawing/2014/main" val="3776128144"/>
                    </a:ext>
                  </a:extLst>
                </a:gridCol>
                <a:gridCol w="1567543">
                  <a:extLst>
                    <a:ext uri="{9D8B030D-6E8A-4147-A177-3AD203B41FA5}">
                      <a16:colId xmlns:a16="http://schemas.microsoft.com/office/drawing/2014/main" val="698423290"/>
                    </a:ext>
                  </a:extLst>
                </a:gridCol>
                <a:gridCol w="1567543">
                  <a:extLst>
                    <a:ext uri="{9D8B030D-6E8A-4147-A177-3AD203B41FA5}">
                      <a16:colId xmlns:a16="http://schemas.microsoft.com/office/drawing/2014/main" val="1543665622"/>
                    </a:ext>
                  </a:extLst>
                </a:gridCol>
                <a:gridCol w="1567543">
                  <a:extLst>
                    <a:ext uri="{9D8B030D-6E8A-4147-A177-3AD203B41FA5}">
                      <a16:colId xmlns:a16="http://schemas.microsoft.com/office/drawing/2014/main" val="1810686551"/>
                    </a:ext>
                  </a:extLst>
                </a:gridCol>
                <a:gridCol w="1567543">
                  <a:extLst>
                    <a:ext uri="{9D8B030D-6E8A-4147-A177-3AD203B41FA5}">
                      <a16:colId xmlns:a16="http://schemas.microsoft.com/office/drawing/2014/main" val="2681014183"/>
                    </a:ext>
                  </a:extLst>
                </a:gridCol>
                <a:gridCol w="1567543">
                  <a:extLst>
                    <a:ext uri="{9D8B030D-6E8A-4147-A177-3AD203B41FA5}">
                      <a16:colId xmlns:a16="http://schemas.microsoft.com/office/drawing/2014/main" val="2280053857"/>
                    </a:ext>
                  </a:extLst>
                </a:gridCol>
                <a:gridCol w="1567543">
                  <a:extLst>
                    <a:ext uri="{9D8B030D-6E8A-4147-A177-3AD203B41FA5}">
                      <a16:colId xmlns:a16="http://schemas.microsoft.com/office/drawing/2014/main" val="2148967311"/>
                    </a:ext>
                  </a:extLst>
                </a:gridCol>
              </a:tblGrid>
              <a:tr h="201549">
                <a:tc>
                  <a:txBody>
                    <a:bodyPr/>
                    <a:lstStyle/>
                    <a:p>
                      <a:pPr>
                        <a:lnSpc>
                          <a:spcPct val="107000"/>
                        </a:lnSpc>
                        <a:spcAft>
                          <a:spcPts val="800"/>
                        </a:spcAft>
                        <a:buNone/>
                      </a:pPr>
                      <a:r>
                        <a:rPr lang="en-IN" sz="2400" kern="100" dirty="0">
                          <a:effectLst/>
                        </a:rPr>
                        <a:t>Node</a:t>
                      </a:r>
                      <a:endParaRPr lang="en-IN" sz="24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dirty="0">
                          <a:effectLst/>
                        </a:rPr>
                        <a:t>Path</a:t>
                      </a:r>
                      <a:endParaRPr lang="en-IN" sz="24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dirty="0">
                          <a:effectLst/>
                        </a:rPr>
                        <a:t>g(n)</a:t>
                      </a:r>
                      <a:endParaRPr lang="en-IN" sz="24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dirty="0">
                          <a:effectLst/>
                        </a:rPr>
                        <a:t>Manhattan distance</a:t>
                      </a:r>
                      <a:endParaRPr lang="en-IN" sz="24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dirty="0">
                          <a:effectLst/>
                        </a:rPr>
                        <a:t>Adjacent W cells</a:t>
                      </a:r>
                      <a:endParaRPr lang="en-IN" sz="24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dirty="0">
                          <a:effectLst/>
                        </a:rPr>
                        <a:t>h(n)</a:t>
                      </a:r>
                      <a:endParaRPr lang="en-IN" sz="24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dirty="0">
                          <a:effectLst/>
                        </a:rPr>
                        <a:t>f(n)</a:t>
                      </a:r>
                      <a:endParaRPr lang="en-IN" sz="24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5363474"/>
                  </a:ext>
                </a:extLst>
              </a:tr>
              <a:tr h="215944">
                <a:tc>
                  <a:txBody>
                    <a:bodyPr/>
                    <a:lstStyle/>
                    <a:p>
                      <a:pPr>
                        <a:lnSpc>
                          <a:spcPct val="107000"/>
                        </a:lnSpc>
                        <a:spcAft>
                          <a:spcPts val="800"/>
                        </a:spcAft>
                        <a:buNone/>
                      </a:pPr>
                      <a:r>
                        <a:rPr lang="en-IN" sz="2400" kern="100">
                          <a:effectLst/>
                        </a:rPr>
                        <a:t>(X2,Y1)</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S → X2Y1</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1</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6</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1</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7</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8</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4245918630"/>
                  </a:ext>
                </a:extLst>
              </a:tr>
              <a:tr h="201549">
                <a:tc>
                  <a:txBody>
                    <a:bodyPr/>
                    <a:lstStyle/>
                    <a:p>
                      <a:pPr>
                        <a:lnSpc>
                          <a:spcPct val="107000"/>
                        </a:lnSpc>
                        <a:spcAft>
                          <a:spcPts val="800"/>
                        </a:spcAft>
                        <a:buNone/>
                      </a:pPr>
                      <a:r>
                        <a:rPr lang="en-IN" sz="2400" kern="100">
                          <a:effectLst/>
                        </a:rPr>
                        <a:t>(X1,Y2)</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S → X1Y2</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1</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6</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2</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8</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dirty="0">
                          <a:effectLst/>
                        </a:rPr>
                        <a:t>9</a:t>
                      </a:r>
                      <a:endParaRPr lang="en-IN" sz="24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262933636"/>
                  </a:ext>
                </a:extLst>
              </a:tr>
            </a:tbl>
          </a:graphicData>
        </a:graphic>
      </p:graphicFrame>
      <p:sp>
        <p:nvSpPr>
          <p:cNvPr id="8" name="Rectangle 2">
            <a:extLst>
              <a:ext uri="{FF2B5EF4-FFF2-40B4-BE49-F238E27FC236}">
                <a16:creationId xmlns:a16="http://schemas.microsoft.com/office/drawing/2014/main" id="{46A1ABF2-0C7C-5A98-0442-43579658A681}"/>
              </a:ext>
            </a:extLst>
          </p:cNvPr>
          <p:cNvSpPr>
            <a:spLocks noChangeArrowheads="1"/>
          </p:cNvSpPr>
          <p:nvPr/>
        </p:nvSpPr>
        <p:spPr bwMode="auto">
          <a:xfrm>
            <a:off x="1510748" y="1295400"/>
            <a:ext cx="807519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B) Path cost and heuristic values for Levels 1 to 3</a:t>
            </a: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Level 1</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2E8123B-9FAE-6EAE-769E-A4A8E2457E63}"/>
                  </a:ext>
                </a:extLst>
              </p:cNvPr>
              <p:cNvSpPr txBox="1"/>
              <p:nvPr/>
            </p:nvSpPr>
            <p:spPr>
              <a:xfrm>
                <a:off x="406400" y="4026130"/>
                <a:ext cx="7206974" cy="2449645"/>
              </a:xfrm>
              <a:prstGeom prst="rect">
                <a:avLst/>
              </a:prstGeom>
              <a:noFill/>
            </p:spPr>
            <p:txBody>
              <a:bodyPr wrap="square">
                <a:spAutoFit/>
              </a:bodyPr>
              <a:lstStyle/>
              <a:p>
                <a:pPr>
                  <a:lnSpc>
                    <a:spcPct val="107000"/>
                  </a:lnSpc>
                  <a:spcAft>
                    <a:spcPts val="800"/>
                  </a:spcAft>
                  <a:buNone/>
                </a:pPr>
                <a:r>
                  <a:rPr lang="en-IN" sz="1800" kern="100" dirty="0">
                    <a:solidFill>
                      <a:srgbClr val="0070C0"/>
                    </a:solidFill>
                    <a:effectLst/>
                    <a:latin typeface="Times New Roman" panose="02020603050405020304" pitchFamily="18" charset="0"/>
                    <a:ea typeface="Calibri" panose="020F0502020204030204" pitchFamily="34" charset="0"/>
                    <a:cs typeface="Times" panose="02020603050405020304" pitchFamily="18" charset="0"/>
                  </a:rPr>
                  <a:t>H(n)=Manhattan Distance to Goal + No. of Waterlogged cells adjacent to position</a:t>
                </a:r>
              </a:p>
              <a:p>
                <a:r>
                  <a:rPr lang="en-IN" dirty="0">
                    <a:latin typeface="Times New Roman" panose="02020603050405020304" pitchFamily="18" charset="0"/>
                    <a:cs typeface="Times New Roman" panose="02020603050405020304" pitchFamily="18" charset="0"/>
                  </a:rPr>
                  <a:t>Manhattan distance (X2Y1) to goal(X5Y4):</a:t>
                </a:r>
                <a14:m>
                  <m:oMath xmlns:m="http://schemas.openxmlformats.org/officeDocument/2006/math">
                    <m:r>
                      <a:rPr lang="en-IN">
                        <a:latin typeface="Cambria Math" panose="02040503050406030204" pitchFamily="18" charset="0"/>
                      </a:rPr>
                      <m:t>∣5−</m:t>
                    </m:r>
                    <m:r>
                      <a:rPr lang="en-IN" b="0" i="0" smtClean="0">
                        <a:latin typeface="Cambria Math" panose="02040503050406030204" pitchFamily="18" charset="0"/>
                      </a:rPr>
                      <m:t>2</m:t>
                    </m:r>
                    <m:r>
                      <a:rPr lang="en-IN">
                        <a:latin typeface="Cambria Math" panose="02040503050406030204" pitchFamily="18" charset="0"/>
                      </a:rPr>
                      <m:t>∣+∣4−</m:t>
                    </m:r>
                    <m:r>
                      <a:rPr lang="en-IN" b="0" i="0" smtClean="0">
                        <a:latin typeface="Cambria Math" panose="02040503050406030204" pitchFamily="18" charset="0"/>
                      </a:rPr>
                      <m:t>1</m:t>
                    </m:r>
                    <m:r>
                      <a:rPr lang="en-IN">
                        <a:latin typeface="Cambria Math" panose="02040503050406030204" pitchFamily="18" charset="0"/>
                      </a:rPr>
                      <m:t>∣=</m:t>
                    </m:r>
                    <m:r>
                      <a:rPr lang="en-IN" b="0" i="0" smtClean="0">
                        <a:latin typeface="Cambria Math" panose="02040503050406030204" pitchFamily="18" charset="0"/>
                      </a:rPr>
                      <m:t>3</m:t>
                    </m:r>
                    <m:r>
                      <a:rPr lang="en-IN">
                        <a:latin typeface="Cambria Math" panose="02040503050406030204" pitchFamily="18" charset="0"/>
                      </a:rPr>
                      <m:t>+</m:t>
                    </m:r>
                    <m:r>
                      <a:rPr lang="en-IN" b="0" i="0" smtClean="0">
                        <a:latin typeface="Cambria Math" panose="02040503050406030204" pitchFamily="18" charset="0"/>
                      </a:rPr>
                      <m:t>3</m:t>
                    </m:r>
                    <m:r>
                      <a:rPr lang="en-IN">
                        <a:latin typeface="Cambria Math" panose="02040503050406030204" pitchFamily="18" charset="0"/>
                      </a:rPr>
                      <m:t>=6</m:t>
                    </m:r>
                  </m:oMath>
                </a14:m>
                <a:endParaRPr lang="en-IN" dirty="0">
                  <a:latin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Manhattan distance (X1Y2) to goal(X5Y4):</a:t>
                </a:r>
                <a14:m>
                  <m:oMath xmlns:m="http://schemas.openxmlformats.org/officeDocument/2006/math">
                    <m:r>
                      <a:rPr lang="en-IN">
                        <a:latin typeface="Cambria Math" panose="02040503050406030204" pitchFamily="18" charset="0"/>
                      </a:rPr>
                      <m:t>∣5−</m:t>
                    </m:r>
                    <m:r>
                      <a:rPr lang="en-IN" b="0" i="0" smtClean="0">
                        <a:latin typeface="Cambria Math" panose="02040503050406030204" pitchFamily="18" charset="0"/>
                      </a:rPr>
                      <m:t>1</m:t>
                    </m:r>
                    <m:r>
                      <a:rPr lang="en-IN">
                        <a:latin typeface="Cambria Math" panose="02040503050406030204" pitchFamily="18" charset="0"/>
                      </a:rPr>
                      <m:t>∣+∣4−</m:t>
                    </m:r>
                    <m:r>
                      <a:rPr lang="en-IN" b="0" i="0" smtClean="0">
                        <a:latin typeface="Cambria Math" panose="02040503050406030204" pitchFamily="18" charset="0"/>
                      </a:rPr>
                      <m:t>2</m:t>
                    </m:r>
                    <m:r>
                      <a:rPr lang="en-IN">
                        <a:latin typeface="Cambria Math" panose="02040503050406030204" pitchFamily="18" charset="0"/>
                      </a:rPr>
                      <m:t>∣=</m:t>
                    </m:r>
                    <m:r>
                      <a:rPr lang="en-IN" b="0" i="0" smtClean="0">
                        <a:latin typeface="Cambria Math" panose="02040503050406030204" pitchFamily="18" charset="0"/>
                      </a:rPr>
                      <m:t>4</m:t>
                    </m:r>
                    <m:r>
                      <a:rPr lang="en-IN">
                        <a:latin typeface="Cambria Math" panose="02040503050406030204" pitchFamily="18" charset="0"/>
                      </a:rPr>
                      <m:t>+</m:t>
                    </m:r>
                    <m:r>
                      <a:rPr lang="en-IN" b="0" i="0" smtClean="0">
                        <a:latin typeface="Cambria Math" panose="02040503050406030204" pitchFamily="18" charset="0"/>
                      </a:rPr>
                      <m:t>2</m:t>
                    </m:r>
                    <m:r>
                      <a:rPr lang="en-IN">
                        <a:latin typeface="Cambria Math" panose="02040503050406030204" pitchFamily="18" charset="0"/>
                      </a:rPr>
                      <m:t>=6</m:t>
                    </m:r>
                  </m:oMath>
                </a14:m>
                <a:endParaRPr lang="en-IN" dirty="0">
                  <a:latin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f(n)=g(n)+h(n) </a:t>
                </a:r>
              </a:p>
              <a:p>
                <a:r>
                  <a:rPr lang="en-IN" dirty="0">
                    <a:latin typeface="Times New Roman" panose="02020603050405020304" pitchFamily="18" charset="0"/>
                    <a:cs typeface="Times New Roman" panose="02020603050405020304" pitchFamily="18" charset="0"/>
                  </a:rPr>
                  <a:t>Where:</a:t>
                </a:r>
              </a:p>
              <a:p>
                <a14:m>
                  <m:oMath xmlns:m="http://schemas.openxmlformats.org/officeDocument/2006/math">
                    <m:r>
                      <a:rPr lang="en-IN" i="1">
                        <a:latin typeface="Cambria Math" panose="02040503050406030204" pitchFamily="18" charset="0"/>
                      </a:rPr>
                      <m:t>𝑔</m:t>
                    </m:r>
                    <m:d>
                      <m:dPr>
                        <m:ctrlPr>
                          <a:rPr lang="ar-AE" i="1">
                            <a:latin typeface="Cambria Math" panose="02040503050406030204" pitchFamily="18" charset="0"/>
                          </a:rPr>
                        </m:ctrlPr>
                      </m:dPr>
                      <m:e>
                        <m:r>
                          <a:rPr lang="ar-AE" i="1">
                            <a:latin typeface="Cambria Math" panose="02040503050406030204" pitchFamily="18" charset="0"/>
                          </a:rPr>
                          <m:t>𝑛</m:t>
                        </m:r>
                      </m:e>
                    </m:d>
                  </m:oMath>
                </a14:m>
                <a:r>
                  <a:rPr lang="ar-AE"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path cost </a:t>
                </a:r>
              </a:p>
              <a:p>
                <a14:m>
                  <m:oMath xmlns:m="http://schemas.openxmlformats.org/officeDocument/2006/math">
                    <m:r>
                      <a:rPr lang="en-IN" i="1">
                        <a:latin typeface="Cambria Math" panose="02040503050406030204" pitchFamily="18" charset="0"/>
                      </a:rPr>
                      <m:t>h</m:t>
                    </m:r>
                    <m:d>
                      <m:dPr>
                        <m:ctrlPr>
                          <a:rPr lang="ar-AE" i="1">
                            <a:latin typeface="Cambria Math" panose="02040503050406030204" pitchFamily="18" charset="0"/>
                          </a:rPr>
                        </m:ctrlPr>
                      </m:dPr>
                      <m:e>
                        <m:r>
                          <a:rPr lang="ar-AE" i="1">
                            <a:latin typeface="Cambria Math" panose="02040503050406030204" pitchFamily="18" charset="0"/>
                          </a:rPr>
                          <m:t>𝑛</m:t>
                        </m:r>
                      </m:e>
                    </m:d>
                  </m:oMath>
                </a14:m>
                <a:r>
                  <a:rPr lang="ar-AE"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heuristic</a:t>
                </a:r>
                <a:endPar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02E8123B-9FAE-6EAE-769E-A4A8E2457E63}"/>
                  </a:ext>
                </a:extLst>
              </p:cNvPr>
              <p:cNvSpPr txBox="1">
                <a:spLocks noRot="1" noChangeAspect="1" noMove="1" noResize="1" noEditPoints="1" noAdjustHandles="1" noChangeArrowheads="1" noChangeShapeType="1" noTextEdit="1"/>
              </p:cNvSpPr>
              <p:nvPr/>
            </p:nvSpPr>
            <p:spPr>
              <a:xfrm>
                <a:off x="406400" y="4026130"/>
                <a:ext cx="7206974" cy="2449645"/>
              </a:xfrm>
              <a:prstGeom prst="rect">
                <a:avLst/>
              </a:prstGeom>
              <a:blipFill>
                <a:blip r:embed="rId2"/>
                <a:stretch>
                  <a:fillRect l="-761" t="-1244" b="-2985"/>
                </a:stretch>
              </a:blipFill>
            </p:spPr>
            <p:txBody>
              <a:bodyPr/>
              <a:lstStyle/>
              <a:p>
                <a:r>
                  <a:rPr lang="en-IN">
                    <a:noFill/>
                  </a:rPr>
                  <a:t> </a:t>
                </a:r>
              </a:p>
            </p:txBody>
          </p:sp>
        </mc:Fallback>
      </mc:AlternateContent>
      <p:pic>
        <p:nvPicPr>
          <p:cNvPr id="11" name="Content Placeholder 3">
            <a:extLst>
              <a:ext uri="{FF2B5EF4-FFF2-40B4-BE49-F238E27FC236}">
                <a16:creationId xmlns:a16="http://schemas.microsoft.com/office/drawing/2014/main" id="{47569176-1A23-5623-DC4E-F87C8E0AD487}"/>
              </a:ext>
            </a:extLst>
          </p:cNvPr>
          <p:cNvPicPr>
            <a:picLocks noChangeAspect="1"/>
          </p:cNvPicPr>
          <p:nvPr/>
        </p:nvPicPr>
        <p:blipFill>
          <a:blip r:embed="rId3"/>
          <a:stretch>
            <a:fillRect/>
          </a:stretch>
        </p:blipFill>
        <p:spPr bwMode="auto">
          <a:xfrm>
            <a:off x="7525869" y="4170410"/>
            <a:ext cx="4656855" cy="2161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4957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FD234-B86E-BD3F-6ABC-E1DD2C718F1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95D2EF-7FA7-D533-D44A-AA395CFF7C43}"/>
              </a:ext>
            </a:extLst>
          </p:cNvPr>
          <p:cNvSpPr>
            <a:spLocks noGrp="1"/>
          </p:cNvSpPr>
          <p:nvPr>
            <p:ph sz="quarter" idx="10"/>
          </p:nvPr>
        </p:nvSpPr>
        <p:spPr/>
        <p:txBody>
          <a:bodyPr>
            <a:normAutofit fontScale="92500"/>
          </a:bodyPr>
          <a:lstStyle/>
          <a:p>
            <a:r>
              <a:rPr lang="en-US" dirty="0"/>
              <a:t>Solution - </a:t>
            </a:r>
            <a:r>
              <a:rPr lang="en-IN" dirty="0"/>
              <a:t>b) Calculate path cost and heuristic values for all nodes at Level 1–3.</a:t>
            </a:r>
          </a:p>
        </p:txBody>
      </p:sp>
      <p:graphicFrame>
        <p:nvGraphicFramePr>
          <p:cNvPr id="6" name="Table 5">
            <a:extLst>
              <a:ext uri="{FF2B5EF4-FFF2-40B4-BE49-F238E27FC236}">
                <a16:creationId xmlns:a16="http://schemas.microsoft.com/office/drawing/2014/main" id="{103F72CC-588D-6D82-1BC3-A36EC1839936}"/>
              </a:ext>
            </a:extLst>
          </p:cNvPr>
          <p:cNvGraphicFramePr>
            <a:graphicFrameLocks noGrp="1"/>
          </p:cNvGraphicFramePr>
          <p:nvPr>
            <p:extLst>
              <p:ext uri="{D42A27DB-BD31-4B8C-83A1-F6EECF244321}">
                <p14:modId xmlns:p14="http://schemas.microsoft.com/office/powerpoint/2010/main" val="931372654"/>
              </p:ext>
            </p:extLst>
          </p:nvPr>
        </p:nvGraphicFramePr>
        <p:xfrm>
          <a:off x="654879" y="1939871"/>
          <a:ext cx="11232319" cy="1956372"/>
        </p:xfrm>
        <a:graphic>
          <a:graphicData uri="http://schemas.openxmlformats.org/drawingml/2006/table">
            <a:tbl>
              <a:tblPr firstRow="1" firstCol="1" bandRow="1">
                <a:tableStyleId>{5C22544A-7EE6-4342-B048-85BDC9FD1C3A}</a:tableStyleId>
              </a:tblPr>
              <a:tblGrid>
                <a:gridCol w="1604617">
                  <a:extLst>
                    <a:ext uri="{9D8B030D-6E8A-4147-A177-3AD203B41FA5}">
                      <a16:colId xmlns:a16="http://schemas.microsoft.com/office/drawing/2014/main" val="2778628840"/>
                    </a:ext>
                  </a:extLst>
                </a:gridCol>
                <a:gridCol w="1604617">
                  <a:extLst>
                    <a:ext uri="{9D8B030D-6E8A-4147-A177-3AD203B41FA5}">
                      <a16:colId xmlns:a16="http://schemas.microsoft.com/office/drawing/2014/main" val="2808911397"/>
                    </a:ext>
                  </a:extLst>
                </a:gridCol>
                <a:gridCol w="1604617">
                  <a:extLst>
                    <a:ext uri="{9D8B030D-6E8A-4147-A177-3AD203B41FA5}">
                      <a16:colId xmlns:a16="http://schemas.microsoft.com/office/drawing/2014/main" val="477340303"/>
                    </a:ext>
                  </a:extLst>
                </a:gridCol>
                <a:gridCol w="1604617">
                  <a:extLst>
                    <a:ext uri="{9D8B030D-6E8A-4147-A177-3AD203B41FA5}">
                      <a16:colId xmlns:a16="http://schemas.microsoft.com/office/drawing/2014/main" val="1451627040"/>
                    </a:ext>
                  </a:extLst>
                </a:gridCol>
                <a:gridCol w="1604617">
                  <a:extLst>
                    <a:ext uri="{9D8B030D-6E8A-4147-A177-3AD203B41FA5}">
                      <a16:colId xmlns:a16="http://schemas.microsoft.com/office/drawing/2014/main" val="3989290715"/>
                    </a:ext>
                  </a:extLst>
                </a:gridCol>
                <a:gridCol w="1604617">
                  <a:extLst>
                    <a:ext uri="{9D8B030D-6E8A-4147-A177-3AD203B41FA5}">
                      <a16:colId xmlns:a16="http://schemas.microsoft.com/office/drawing/2014/main" val="4264974070"/>
                    </a:ext>
                  </a:extLst>
                </a:gridCol>
                <a:gridCol w="1604617">
                  <a:extLst>
                    <a:ext uri="{9D8B030D-6E8A-4147-A177-3AD203B41FA5}">
                      <a16:colId xmlns:a16="http://schemas.microsoft.com/office/drawing/2014/main" val="2977705346"/>
                    </a:ext>
                  </a:extLst>
                </a:gridCol>
              </a:tblGrid>
              <a:tr h="340331">
                <a:tc>
                  <a:txBody>
                    <a:bodyPr/>
                    <a:lstStyle/>
                    <a:p>
                      <a:pPr>
                        <a:lnSpc>
                          <a:spcPct val="107000"/>
                        </a:lnSpc>
                        <a:spcAft>
                          <a:spcPts val="800"/>
                        </a:spcAft>
                        <a:buNone/>
                      </a:pPr>
                      <a:r>
                        <a:rPr lang="en-IN" sz="2400" kern="100" dirty="0">
                          <a:effectLst/>
                        </a:rPr>
                        <a:t>Node</a:t>
                      </a:r>
                      <a:endParaRPr lang="en-IN" sz="24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Path</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g(n)</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Manhattan distance</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dirty="0">
                          <a:effectLst/>
                        </a:rPr>
                        <a:t>Adjacent W cells</a:t>
                      </a:r>
                      <a:endParaRPr lang="en-IN" sz="24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h(n)</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dirty="0">
                          <a:effectLst/>
                        </a:rPr>
                        <a:t>f(n)</a:t>
                      </a:r>
                      <a:endParaRPr lang="en-IN" sz="24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700421937"/>
                  </a:ext>
                </a:extLst>
              </a:tr>
              <a:tr h="664966">
                <a:tc>
                  <a:txBody>
                    <a:bodyPr/>
                    <a:lstStyle/>
                    <a:p>
                      <a:pPr>
                        <a:lnSpc>
                          <a:spcPct val="107000"/>
                        </a:lnSpc>
                        <a:spcAft>
                          <a:spcPts val="800"/>
                        </a:spcAft>
                        <a:buNone/>
                      </a:pPr>
                      <a:r>
                        <a:rPr lang="en-IN" sz="2400" kern="100">
                          <a:effectLst/>
                        </a:rPr>
                        <a:t>(X3,Y2)</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dirty="0">
                          <a:effectLst/>
                        </a:rPr>
                        <a:t>S → X2Y1 → X3Y1 → X3Y2</a:t>
                      </a:r>
                      <a:endParaRPr lang="en-IN" sz="24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3</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dirty="0">
                          <a:effectLst/>
                        </a:rPr>
                        <a:t>4</a:t>
                      </a:r>
                      <a:endParaRPr lang="en-IN" sz="24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dirty="0">
                          <a:effectLst/>
                        </a:rPr>
                        <a:t>2</a:t>
                      </a:r>
                      <a:endParaRPr lang="en-IN" sz="24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6</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dirty="0">
                          <a:effectLst/>
                        </a:rPr>
                        <a:t>9</a:t>
                      </a:r>
                      <a:endParaRPr lang="en-IN" sz="24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2999355709"/>
                  </a:ext>
                </a:extLst>
              </a:tr>
            </a:tbl>
          </a:graphicData>
        </a:graphic>
      </p:graphicFrame>
      <p:sp>
        <p:nvSpPr>
          <p:cNvPr id="9" name="Rectangle 1">
            <a:extLst>
              <a:ext uri="{FF2B5EF4-FFF2-40B4-BE49-F238E27FC236}">
                <a16:creationId xmlns:a16="http://schemas.microsoft.com/office/drawing/2014/main" id="{AB88EDC8-4E89-C7E2-1927-738D9574E396}"/>
              </a:ext>
            </a:extLst>
          </p:cNvPr>
          <p:cNvSpPr>
            <a:spLocks noChangeArrowheads="1"/>
          </p:cNvSpPr>
          <p:nvPr/>
        </p:nvSpPr>
        <p:spPr bwMode="auto">
          <a:xfrm>
            <a:off x="1392028" y="1315918"/>
            <a:ext cx="37663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Level 2</a:t>
            </a:r>
            <a:endParaRPr kumimoji="0" lang="en-US" altLang="en-US" sz="2400" b="0" i="0" u="none" strike="noStrike" cap="none" normalizeH="0" baseline="0" dirty="0">
              <a:ln>
                <a:noFill/>
              </a:ln>
              <a:solidFill>
                <a:schemeClr val="tx1"/>
              </a:solidFill>
              <a:effectLst/>
            </a:endParaRPr>
          </a:p>
        </p:txBody>
      </p:sp>
      <p:sp>
        <p:nvSpPr>
          <p:cNvPr id="14" name="TextBox 13">
            <a:extLst>
              <a:ext uri="{FF2B5EF4-FFF2-40B4-BE49-F238E27FC236}">
                <a16:creationId xmlns:a16="http://schemas.microsoft.com/office/drawing/2014/main" id="{1D6D359B-9F2A-B7DB-838D-9F4E9BE6D5F5}"/>
              </a:ext>
            </a:extLst>
          </p:cNvPr>
          <p:cNvSpPr txBox="1"/>
          <p:nvPr/>
        </p:nvSpPr>
        <p:spPr>
          <a:xfrm>
            <a:off x="3347002" y="4096789"/>
            <a:ext cx="6097656" cy="2308324"/>
          </a:xfrm>
          <a:prstGeom prst="rect">
            <a:avLst/>
          </a:prstGeom>
          <a:noFill/>
        </p:spPr>
        <p:txBody>
          <a:bodyPr wrap="square">
            <a:spAutoFit/>
          </a:bodyPr>
          <a:lstStyle/>
          <a:p>
            <a:r>
              <a:rPr lang="en-IN" dirty="0"/>
              <a:t>Level 2</a:t>
            </a:r>
          </a:p>
          <a:p>
            <a:r>
              <a:rPr lang="en-IN" dirty="0"/>
              <a:t>For </a:t>
            </a:r>
            <a:r>
              <a:rPr lang="en-IN" b="1" dirty="0"/>
              <a:t>(X3,Y2)</a:t>
            </a:r>
            <a:r>
              <a:rPr lang="en-IN" dirty="0"/>
              <a:t>, the adjacent waterlogged cells are:</a:t>
            </a:r>
          </a:p>
          <a:p>
            <a:r>
              <a:rPr lang="en-IN" dirty="0"/>
              <a:t>(X2,Y2) = W</a:t>
            </a:r>
          </a:p>
          <a:p>
            <a:r>
              <a:rPr lang="en-IN" dirty="0"/>
              <a:t>(X3,Y3) = W</a:t>
            </a:r>
          </a:p>
          <a:p>
            <a:r>
              <a:rPr lang="en-IN" dirty="0"/>
              <a:t>So:</a:t>
            </a:r>
          </a:p>
          <a:p>
            <a:r>
              <a:rPr lang="en-IN" dirty="0"/>
              <a:t>h(X3,Y2)=4+2=6 </a:t>
            </a:r>
          </a:p>
          <a:p>
            <a:r>
              <a:rPr lang="en-US" altLang="en-US" dirty="0">
                <a:ea typeface="Calibri" panose="020F0502020204030204" pitchFamily="34" charset="0"/>
              </a:rPr>
              <a:t>f(n)=g(n)+h(n) = 6+3=9</a:t>
            </a:r>
            <a:endParaRPr lang="en-US" altLang="en-US" dirty="0"/>
          </a:p>
          <a:p>
            <a:endParaRPr lang="en-IN" dirty="0"/>
          </a:p>
        </p:txBody>
      </p:sp>
      <p:sp>
        <p:nvSpPr>
          <p:cNvPr id="18" name="Content Placeholder 17">
            <a:extLst>
              <a:ext uri="{FF2B5EF4-FFF2-40B4-BE49-F238E27FC236}">
                <a16:creationId xmlns:a16="http://schemas.microsoft.com/office/drawing/2014/main" id="{03A6231B-2F5B-07A2-35C9-D56CE22AA793}"/>
              </a:ext>
            </a:extLst>
          </p:cNvPr>
          <p:cNvSpPr>
            <a:spLocks noGrp="1"/>
          </p:cNvSpPr>
          <p:nvPr>
            <p:ph idx="1"/>
          </p:nvPr>
        </p:nvSpPr>
        <p:spPr/>
        <p:txBody>
          <a:bodyPr/>
          <a:lstStyle/>
          <a:p>
            <a:endParaRPr lang="en-US"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1861591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125B7-E64E-6C2C-34F8-449949894FC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9F049-CAAE-FA36-A0AA-7C353EA20C2C}"/>
              </a:ext>
            </a:extLst>
          </p:cNvPr>
          <p:cNvSpPr>
            <a:spLocks noGrp="1"/>
          </p:cNvSpPr>
          <p:nvPr>
            <p:ph sz="quarter" idx="10"/>
          </p:nvPr>
        </p:nvSpPr>
        <p:spPr/>
        <p:txBody>
          <a:bodyPr>
            <a:normAutofit fontScale="92500"/>
          </a:bodyPr>
          <a:lstStyle/>
          <a:p>
            <a:r>
              <a:rPr lang="en-US" dirty="0"/>
              <a:t>Solution - </a:t>
            </a:r>
            <a:r>
              <a:rPr lang="en-IN" dirty="0"/>
              <a:t>b) Calculate path cost and heuristic values for all nodes at Level 1–3.</a:t>
            </a:r>
          </a:p>
        </p:txBody>
      </p:sp>
      <p:sp>
        <p:nvSpPr>
          <p:cNvPr id="7" name="Content Placeholder 6">
            <a:extLst>
              <a:ext uri="{FF2B5EF4-FFF2-40B4-BE49-F238E27FC236}">
                <a16:creationId xmlns:a16="http://schemas.microsoft.com/office/drawing/2014/main" id="{050F56D5-DE71-1CA3-EF26-2CBCBF656756}"/>
              </a:ext>
            </a:extLst>
          </p:cNvPr>
          <p:cNvSpPr txBox="1">
            <a:spLocks noGrp="1"/>
          </p:cNvSpPr>
          <p:nvPr>
            <p:ph idx="1"/>
          </p:nvPr>
        </p:nvSpPr>
        <p:spPr>
          <a:xfrm>
            <a:off x="406400" y="1600200"/>
            <a:ext cx="10972800" cy="452431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Level 3</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5 minutes for A* algorithm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Find the valid child, add to open list, choose the next node ………….</a:t>
            </a:r>
            <a:endParaRPr kumimoji="0" lang="en-US" altLang="en-US" sz="2400" b="0" i="0" u="none" strike="noStrike" cap="none" normalizeH="0" baseline="0" dirty="0">
              <a:ln>
                <a:noFill/>
              </a:ln>
              <a:solidFill>
                <a:schemeClr val="tx1"/>
              </a:solidFill>
              <a:effectLst/>
            </a:endParaRPr>
          </a:p>
        </p:txBody>
      </p:sp>
      <p:graphicFrame>
        <p:nvGraphicFramePr>
          <p:cNvPr id="10" name="Content Placeholder 4">
            <a:extLst>
              <a:ext uri="{FF2B5EF4-FFF2-40B4-BE49-F238E27FC236}">
                <a16:creationId xmlns:a16="http://schemas.microsoft.com/office/drawing/2014/main" id="{ED2C998E-F40D-D979-580D-AFB9D1C334F3}"/>
              </a:ext>
            </a:extLst>
          </p:cNvPr>
          <p:cNvGraphicFramePr>
            <a:graphicFrameLocks/>
          </p:cNvGraphicFramePr>
          <p:nvPr>
            <p:extLst>
              <p:ext uri="{D42A27DB-BD31-4B8C-83A1-F6EECF244321}">
                <p14:modId xmlns:p14="http://schemas.microsoft.com/office/powerpoint/2010/main" val="3272205855"/>
              </p:ext>
            </p:extLst>
          </p:nvPr>
        </p:nvGraphicFramePr>
        <p:xfrm>
          <a:off x="406400" y="2298159"/>
          <a:ext cx="10972801" cy="1565022"/>
        </p:xfrm>
        <a:graphic>
          <a:graphicData uri="http://schemas.openxmlformats.org/drawingml/2006/table">
            <a:tbl>
              <a:tblPr firstRow="1" firstCol="1" bandRow="1">
                <a:tableStyleId>{5C22544A-7EE6-4342-B048-85BDC9FD1C3A}</a:tableStyleId>
              </a:tblPr>
              <a:tblGrid>
                <a:gridCol w="1567543">
                  <a:extLst>
                    <a:ext uri="{9D8B030D-6E8A-4147-A177-3AD203B41FA5}">
                      <a16:colId xmlns:a16="http://schemas.microsoft.com/office/drawing/2014/main" val="4056128134"/>
                    </a:ext>
                  </a:extLst>
                </a:gridCol>
                <a:gridCol w="1567543">
                  <a:extLst>
                    <a:ext uri="{9D8B030D-6E8A-4147-A177-3AD203B41FA5}">
                      <a16:colId xmlns:a16="http://schemas.microsoft.com/office/drawing/2014/main" val="2274108734"/>
                    </a:ext>
                  </a:extLst>
                </a:gridCol>
                <a:gridCol w="1567543">
                  <a:extLst>
                    <a:ext uri="{9D8B030D-6E8A-4147-A177-3AD203B41FA5}">
                      <a16:colId xmlns:a16="http://schemas.microsoft.com/office/drawing/2014/main" val="3389181357"/>
                    </a:ext>
                  </a:extLst>
                </a:gridCol>
                <a:gridCol w="1567543">
                  <a:extLst>
                    <a:ext uri="{9D8B030D-6E8A-4147-A177-3AD203B41FA5}">
                      <a16:colId xmlns:a16="http://schemas.microsoft.com/office/drawing/2014/main" val="635879978"/>
                    </a:ext>
                  </a:extLst>
                </a:gridCol>
                <a:gridCol w="1567543">
                  <a:extLst>
                    <a:ext uri="{9D8B030D-6E8A-4147-A177-3AD203B41FA5}">
                      <a16:colId xmlns:a16="http://schemas.microsoft.com/office/drawing/2014/main" val="230979736"/>
                    </a:ext>
                  </a:extLst>
                </a:gridCol>
                <a:gridCol w="1567543">
                  <a:extLst>
                    <a:ext uri="{9D8B030D-6E8A-4147-A177-3AD203B41FA5}">
                      <a16:colId xmlns:a16="http://schemas.microsoft.com/office/drawing/2014/main" val="781183457"/>
                    </a:ext>
                  </a:extLst>
                </a:gridCol>
                <a:gridCol w="1567543">
                  <a:extLst>
                    <a:ext uri="{9D8B030D-6E8A-4147-A177-3AD203B41FA5}">
                      <a16:colId xmlns:a16="http://schemas.microsoft.com/office/drawing/2014/main" val="2091927708"/>
                    </a:ext>
                  </a:extLst>
                </a:gridCol>
              </a:tblGrid>
              <a:tr h="201549">
                <a:tc>
                  <a:txBody>
                    <a:bodyPr/>
                    <a:lstStyle/>
                    <a:p>
                      <a:pPr>
                        <a:lnSpc>
                          <a:spcPct val="107000"/>
                        </a:lnSpc>
                        <a:spcAft>
                          <a:spcPts val="800"/>
                        </a:spcAft>
                        <a:buNone/>
                      </a:pPr>
                      <a:r>
                        <a:rPr lang="en-IN" sz="2400" kern="100">
                          <a:effectLst/>
                        </a:rPr>
                        <a:t>Node</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Path</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g(n)</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dirty="0">
                          <a:effectLst/>
                        </a:rPr>
                        <a:t>Manhattan distance</a:t>
                      </a:r>
                      <a:endParaRPr lang="en-IN" sz="24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Adjacent W cells</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h(n)</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f(n)</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2421427607"/>
                  </a:ext>
                </a:extLst>
              </a:tr>
              <a:tr h="201549">
                <a:tc>
                  <a:txBody>
                    <a:bodyPr/>
                    <a:lstStyle/>
                    <a:p>
                      <a:pPr>
                        <a:lnSpc>
                          <a:spcPct val="107000"/>
                        </a:lnSpc>
                        <a:spcAft>
                          <a:spcPts val="800"/>
                        </a:spcAft>
                        <a:buNone/>
                      </a:pPr>
                      <a:r>
                        <a:rPr lang="en-IN" sz="2400" kern="100">
                          <a:effectLst/>
                        </a:rPr>
                        <a:t>(X3,Y1)</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S → X2Y1 → X3Y1</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2</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5</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0</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a:effectLst/>
                        </a:rPr>
                        <a:t>5</a:t>
                      </a:r>
                      <a:endParaRPr lang="en-IN" sz="24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400" kern="100" dirty="0">
                          <a:effectLst/>
                        </a:rPr>
                        <a:t>7</a:t>
                      </a:r>
                      <a:endParaRPr lang="en-IN" sz="24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2615218446"/>
                  </a:ext>
                </a:extLst>
              </a:tr>
            </a:tbl>
          </a:graphicData>
        </a:graphic>
      </p:graphicFrame>
    </p:spTree>
    <p:extLst>
      <p:ext uri="{BB962C8B-B14F-4D97-AF65-F5344CB8AC3E}">
        <p14:creationId xmlns:p14="http://schemas.microsoft.com/office/powerpoint/2010/main" val="1398080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A4DE1-8A1C-87B0-4A95-0643E96CC1B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3AE796-0F16-CD5C-2437-AADEDF248D70}"/>
              </a:ext>
            </a:extLst>
          </p:cNvPr>
          <p:cNvSpPr>
            <a:spLocks noGrp="1"/>
          </p:cNvSpPr>
          <p:nvPr>
            <p:ph sz="quarter" idx="10"/>
          </p:nvPr>
        </p:nvSpPr>
        <p:spPr/>
        <p:txBody>
          <a:bodyPr>
            <a:normAutofit/>
          </a:bodyPr>
          <a:lstStyle/>
          <a:p>
            <a:r>
              <a:rPr lang="en-US" dirty="0"/>
              <a:t>Solution - </a:t>
            </a:r>
            <a:r>
              <a:rPr lang="en-IN" dirty="0"/>
              <a:t>C) A*</a:t>
            </a:r>
          </a:p>
        </p:txBody>
      </p:sp>
      <p:graphicFrame>
        <p:nvGraphicFramePr>
          <p:cNvPr id="2" name="Content Placeholder 1">
            <a:extLst>
              <a:ext uri="{FF2B5EF4-FFF2-40B4-BE49-F238E27FC236}">
                <a16:creationId xmlns:a16="http://schemas.microsoft.com/office/drawing/2014/main" id="{36E31133-B6BF-E108-6B81-4BDAA2F8F2AC}"/>
              </a:ext>
            </a:extLst>
          </p:cNvPr>
          <p:cNvGraphicFramePr>
            <a:graphicFrameLocks noGrp="1"/>
          </p:cNvGraphicFramePr>
          <p:nvPr>
            <p:ph idx="1"/>
            <p:extLst>
              <p:ext uri="{D42A27DB-BD31-4B8C-83A1-F6EECF244321}">
                <p14:modId xmlns:p14="http://schemas.microsoft.com/office/powerpoint/2010/main" val="1303092313"/>
              </p:ext>
            </p:extLst>
          </p:nvPr>
        </p:nvGraphicFramePr>
        <p:xfrm>
          <a:off x="556590" y="2001349"/>
          <a:ext cx="8617228" cy="658114"/>
        </p:xfrm>
        <a:graphic>
          <a:graphicData uri="http://schemas.openxmlformats.org/drawingml/2006/table">
            <a:tbl>
              <a:tblPr firstRow="1" firstCol="1" bandRow="1">
                <a:tableStyleId>{5C22544A-7EE6-4342-B048-85BDC9FD1C3A}</a:tableStyleId>
              </a:tblPr>
              <a:tblGrid>
                <a:gridCol w="2154307">
                  <a:extLst>
                    <a:ext uri="{9D8B030D-6E8A-4147-A177-3AD203B41FA5}">
                      <a16:colId xmlns:a16="http://schemas.microsoft.com/office/drawing/2014/main" val="3759912006"/>
                    </a:ext>
                  </a:extLst>
                </a:gridCol>
                <a:gridCol w="2154307">
                  <a:extLst>
                    <a:ext uri="{9D8B030D-6E8A-4147-A177-3AD203B41FA5}">
                      <a16:colId xmlns:a16="http://schemas.microsoft.com/office/drawing/2014/main" val="572747155"/>
                    </a:ext>
                  </a:extLst>
                </a:gridCol>
                <a:gridCol w="2154307">
                  <a:extLst>
                    <a:ext uri="{9D8B030D-6E8A-4147-A177-3AD203B41FA5}">
                      <a16:colId xmlns:a16="http://schemas.microsoft.com/office/drawing/2014/main" val="693443253"/>
                    </a:ext>
                  </a:extLst>
                </a:gridCol>
                <a:gridCol w="2154307">
                  <a:extLst>
                    <a:ext uri="{9D8B030D-6E8A-4147-A177-3AD203B41FA5}">
                      <a16:colId xmlns:a16="http://schemas.microsoft.com/office/drawing/2014/main" val="229415483"/>
                    </a:ext>
                  </a:extLst>
                </a:gridCol>
              </a:tblGrid>
              <a:tr h="0">
                <a:tc>
                  <a:txBody>
                    <a:bodyPr/>
                    <a:lstStyle/>
                    <a:p>
                      <a:pPr algn="just">
                        <a:lnSpc>
                          <a:spcPct val="107000"/>
                        </a:lnSpc>
                        <a:spcAft>
                          <a:spcPts val="800"/>
                        </a:spcAft>
                        <a:buNone/>
                      </a:pPr>
                      <a:r>
                        <a:rPr lang="en-IN" sz="2000" kern="100" dirty="0">
                          <a:effectLst/>
                        </a:rPr>
                        <a:t>Node</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g(n)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h(n)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f(n)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99004449"/>
                  </a:ext>
                </a:extLst>
              </a:tr>
              <a:tr h="0">
                <a:tc>
                  <a:txBody>
                    <a:bodyPr/>
                    <a:lstStyle/>
                    <a:p>
                      <a:pPr algn="just">
                        <a:lnSpc>
                          <a:spcPct val="107000"/>
                        </a:lnSpc>
                        <a:spcAft>
                          <a:spcPts val="800"/>
                        </a:spcAft>
                        <a:buNone/>
                      </a:pPr>
                      <a:r>
                        <a:rPr lang="en-IN" sz="2000" kern="100" dirty="0">
                          <a:effectLst/>
                        </a:rPr>
                        <a:t>(X1,Y1)</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0</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7</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7</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4020266879"/>
                  </a:ext>
                </a:extLst>
              </a:tr>
            </a:tbl>
          </a:graphicData>
        </a:graphic>
      </p:graphicFrame>
      <p:graphicFrame>
        <p:nvGraphicFramePr>
          <p:cNvPr id="5" name="Table 4">
            <a:extLst>
              <a:ext uri="{FF2B5EF4-FFF2-40B4-BE49-F238E27FC236}">
                <a16:creationId xmlns:a16="http://schemas.microsoft.com/office/drawing/2014/main" id="{6B92C218-4AB5-662D-7992-8F2C1DDB173A}"/>
              </a:ext>
            </a:extLst>
          </p:cNvPr>
          <p:cNvGraphicFramePr>
            <a:graphicFrameLocks noGrp="1"/>
          </p:cNvGraphicFramePr>
          <p:nvPr>
            <p:extLst>
              <p:ext uri="{D42A27DB-BD31-4B8C-83A1-F6EECF244321}">
                <p14:modId xmlns:p14="http://schemas.microsoft.com/office/powerpoint/2010/main" val="3795540910"/>
              </p:ext>
            </p:extLst>
          </p:nvPr>
        </p:nvGraphicFramePr>
        <p:xfrm>
          <a:off x="482047" y="3291600"/>
          <a:ext cx="8691770" cy="987171"/>
        </p:xfrm>
        <a:graphic>
          <a:graphicData uri="http://schemas.openxmlformats.org/drawingml/2006/table">
            <a:tbl>
              <a:tblPr firstRow="1" firstCol="1" bandRow="1">
                <a:tableStyleId>{5C22544A-7EE6-4342-B048-85BDC9FD1C3A}</a:tableStyleId>
              </a:tblPr>
              <a:tblGrid>
                <a:gridCol w="1738354">
                  <a:extLst>
                    <a:ext uri="{9D8B030D-6E8A-4147-A177-3AD203B41FA5}">
                      <a16:colId xmlns:a16="http://schemas.microsoft.com/office/drawing/2014/main" val="3653497947"/>
                    </a:ext>
                  </a:extLst>
                </a:gridCol>
                <a:gridCol w="1738354">
                  <a:extLst>
                    <a:ext uri="{9D8B030D-6E8A-4147-A177-3AD203B41FA5}">
                      <a16:colId xmlns:a16="http://schemas.microsoft.com/office/drawing/2014/main" val="1858129760"/>
                    </a:ext>
                  </a:extLst>
                </a:gridCol>
                <a:gridCol w="1738354">
                  <a:extLst>
                    <a:ext uri="{9D8B030D-6E8A-4147-A177-3AD203B41FA5}">
                      <a16:colId xmlns:a16="http://schemas.microsoft.com/office/drawing/2014/main" val="2457815743"/>
                    </a:ext>
                  </a:extLst>
                </a:gridCol>
                <a:gridCol w="1738354">
                  <a:extLst>
                    <a:ext uri="{9D8B030D-6E8A-4147-A177-3AD203B41FA5}">
                      <a16:colId xmlns:a16="http://schemas.microsoft.com/office/drawing/2014/main" val="2990334573"/>
                    </a:ext>
                  </a:extLst>
                </a:gridCol>
                <a:gridCol w="1738354">
                  <a:extLst>
                    <a:ext uri="{9D8B030D-6E8A-4147-A177-3AD203B41FA5}">
                      <a16:colId xmlns:a16="http://schemas.microsoft.com/office/drawing/2014/main" val="3182319325"/>
                    </a:ext>
                  </a:extLst>
                </a:gridCol>
              </a:tblGrid>
              <a:tr h="0">
                <a:tc>
                  <a:txBody>
                    <a:bodyPr/>
                    <a:lstStyle/>
                    <a:p>
                      <a:pPr algn="just">
                        <a:lnSpc>
                          <a:spcPct val="107000"/>
                        </a:lnSpc>
                        <a:spcAft>
                          <a:spcPts val="800"/>
                        </a:spcAft>
                        <a:buNone/>
                      </a:pPr>
                      <a:r>
                        <a:rPr lang="en-IN" sz="2000" kern="100" dirty="0">
                          <a:effectLst/>
                        </a:rPr>
                        <a:t>Child</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Cell</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g(n)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h(n)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f(n)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2731018126"/>
                  </a:ext>
                </a:extLst>
              </a:tr>
              <a:tr h="0">
                <a:tc>
                  <a:txBody>
                    <a:bodyPr/>
                    <a:lstStyle/>
                    <a:p>
                      <a:pPr algn="just">
                        <a:lnSpc>
                          <a:spcPct val="107000"/>
                        </a:lnSpc>
                        <a:spcAft>
                          <a:spcPts val="800"/>
                        </a:spcAft>
                        <a:buNone/>
                      </a:pPr>
                      <a:r>
                        <a:rPr lang="en-IN" sz="2000" kern="100" dirty="0">
                          <a:effectLst/>
                        </a:rPr>
                        <a:t>(X2,Y1)</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1</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7</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8</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2443181796"/>
                  </a:ext>
                </a:extLst>
              </a:tr>
              <a:tr h="0">
                <a:tc>
                  <a:txBody>
                    <a:bodyPr/>
                    <a:lstStyle/>
                    <a:p>
                      <a:pPr algn="just">
                        <a:lnSpc>
                          <a:spcPct val="107000"/>
                        </a:lnSpc>
                        <a:spcAft>
                          <a:spcPts val="800"/>
                        </a:spcAft>
                        <a:buNone/>
                      </a:pPr>
                      <a:r>
                        <a:rPr lang="en-IN" sz="2000" kern="100">
                          <a:effectLst/>
                        </a:rPr>
                        <a:t>(X1,Y2)</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1</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8</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9</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2319118905"/>
                  </a:ext>
                </a:extLst>
              </a:tr>
            </a:tbl>
          </a:graphicData>
        </a:graphic>
      </p:graphicFrame>
      <p:sp>
        <p:nvSpPr>
          <p:cNvPr id="6" name="Rectangle 1">
            <a:extLst>
              <a:ext uri="{FF2B5EF4-FFF2-40B4-BE49-F238E27FC236}">
                <a16:creationId xmlns:a16="http://schemas.microsoft.com/office/drawing/2014/main" id="{D3321CFC-E18F-567A-D181-841FABE5E376}"/>
              </a:ext>
            </a:extLst>
          </p:cNvPr>
          <p:cNvSpPr>
            <a:spLocks noChangeArrowheads="1"/>
          </p:cNvSpPr>
          <p:nvPr/>
        </p:nvSpPr>
        <p:spPr bwMode="auto">
          <a:xfrm>
            <a:off x="2136774" y="1295400"/>
            <a:ext cx="497205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sng"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Step 0: Start</a:t>
            </a: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Expand </a:t>
            </a:r>
            <a:r>
              <a:rPr kumimoji="0" lang="en-US" altLang="en-US" sz="2000" b="1"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(X1,Y1)</a:t>
            </a:r>
            <a:r>
              <a:rPr kumimoji="0" lang="en-US" altLang="en-US" sz="2000"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endParaRPr>
          </a:p>
        </p:txBody>
      </p:sp>
      <p:sp>
        <p:nvSpPr>
          <p:cNvPr id="8" name="TextBox 7">
            <a:extLst>
              <a:ext uri="{FF2B5EF4-FFF2-40B4-BE49-F238E27FC236}">
                <a16:creationId xmlns:a16="http://schemas.microsoft.com/office/drawing/2014/main" id="{87633409-FA36-F75E-FE83-DA135A88CFD8}"/>
              </a:ext>
            </a:extLst>
          </p:cNvPr>
          <p:cNvSpPr txBox="1"/>
          <p:nvPr/>
        </p:nvSpPr>
        <p:spPr>
          <a:xfrm>
            <a:off x="2136774" y="2719081"/>
            <a:ext cx="6097656" cy="646331"/>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sng"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Step 1: Expand (X1,Y1)</a:t>
            </a:r>
            <a:endParaRPr kumimoji="0" lang="en-US" altLang="en-US" sz="1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Valid children:</a:t>
            </a:r>
            <a:endParaRPr kumimoji="0" lang="en-US" altLang="en-US" sz="1800" b="0" i="0" u="none" strike="noStrike" cap="none" normalizeH="0" baseline="0" dirty="0">
              <a:ln>
                <a:noFill/>
              </a:ln>
              <a:solidFill>
                <a:schemeClr val="tx1"/>
              </a:solidFill>
              <a:effectLst/>
            </a:endParaRPr>
          </a:p>
        </p:txBody>
      </p:sp>
      <p:sp>
        <p:nvSpPr>
          <p:cNvPr id="10" name="TextBox 9">
            <a:extLst>
              <a:ext uri="{FF2B5EF4-FFF2-40B4-BE49-F238E27FC236}">
                <a16:creationId xmlns:a16="http://schemas.microsoft.com/office/drawing/2014/main" id="{13EC5411-CBEC-7CFD-3F1A-AA982218E487}"/>
              </a:ext>
            </a:extLst>
          </p:cNvPr>
          <p:cNvSpPr txBox="1"/>
          <p:nvPr/>
        </p:nvSpPr>
        <p:spPr>
          <a:xfrm>
            <a:off x="1011169" y="4481958"/>
            <a:ext cx="6097656"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Choose lowest f:(X2,Y1)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1" name="Content Placeholder 3">
            <a:extLst>
              <a:ext uri="{FF2B5EF4-FFF2-40B4-BE49-F238E27FC236}">
                <a16:creationId xmlns:a16="http://schemas.microsoft.com/office/drawing/2014/main" id="{40D634EE-E635-8E55-69DB-1AC20427B538}"/>
              </a:ext>
            </a:extLst>
          </p:cNvPr>
          <p:cNvPicPr>
            <a:picLocks noChangeAspect="1"/>
          </p:cNvPicPr>
          <p:nvPr/>
        </p:nvPicPr>
        <p:blipFill>
          <a:blip r:embed="rId2"/>
          <a:stretch>
            <a:fillRect/>
          </a:stretch>
        </p:blipFill>
        <p:spPr bwMode="auto">
          <a:xfrm>
            <a:off x="7535145" y="4359253"/>
            <a:ext cx="4656855" cy="2161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06004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0B52626-5177-73F4-DCA3-F48C32EA31CA}"/>
              </a:ext>
            </a:extLst>
          </p:cNvPr>
          <p:cNvGraphicFramePr>
            <a:graphicFrameLocks noGrp="1"/>
          </p:cNvGraphicFramePr>
          <p:nvPr>
            <p:ph idx="1"/>
            <p:extLst>
              <p:ext uri="{D42A27DB-BD31-4B8C-83A1-F6EECF244321}">
                <p14:modId xmlns:p14="http://schemas.microsoft.com/office/powerpoint/2010/main" val="3831080303"/>
              </p:ext>
            </p:extLst>
          </p:nvPr>
        </p:nvGraphicFramePr>
        <p:xfrm>
          <a:off x="1790009" y="4780691"/>
          <a:ext cx="5389495" cy="658114"/>
        </p:xfrm>
        <a:graphic>
          <a:graphicData uri="http://schemas.openxmlformats.org/drawingml/2006/table">
            <a:tbl>
              <a:tblPr firstRow="1" firstCol="1" bandRow="1">
                <a:tableStyleId>{5C22544A-7EE6-4342-B048-85BDC9FD1C3A}</a:tableStyleId>
              </a:tblPr>
              <a:tblGrid>
                <a:gridCol w="1077899">
                  <a:extLst>
                    <a:ext uri="{9D8B030D-6E8A-4147-A177-3AD203B41FA5}">
                      <a16:colId xmlns:a16="http://schemas.microsoft.com/office/drawing/2014/main" val="1139694913"/>
                    </a:ext>
                  </a:extLst>
                </a:gridCol>
                <a:gridCol w="1077899">
                  <a:extLst>
                    <a:ext uri="{9D8B030D-6E8A-4147-A177-3AD203B41FA5}">
                      <a16:colId xmlns:a16="http://schemas.microsoft.com/office/drawing/2014/main" val="327655965"/>
                    </a:ext>
                  </a:extLst>
                </a:gridCol>
                <a:gridCol w="1077899">
                  <a:extLst>
                    <a:ext uri="{9D8B030D-6E8A-4147-A177-3AD203B41FA5}">
                      <a16:colId xmlns:a16="http://schemas.microsoft.com/office/drawing/2014/main" val="1022561092"/>
                    </a:ext>
                  </a:extLst>
                </a:gridCol>
                <a:gridCol w="1077899">
                  <a:extLst>
                    <a:ext uri="{9D8B030D-6E8A-4147-A177-3AD203B41FA5}">
                      <a16:colId xmlns:a16="http://schemas.microsoft.com/office/drawing/2014/main" val="908517175"/>
                    </a:ext>
                  </a:extLst>
                </a:gridCol>
                <a:gridCol w="1077899">
                  <a:extLst>
                    <a:ext uri="{9D8B030D-6E8A-4147-A177-3AD203B41FA5}">
                      <a16:colId xmlns:a16="http://schemas.microsoft.com/office/drawing/2014/main" val="4000552426"/>
                    </a:ext>
                  </a:extLst>
                </a:gridCol>
              </a:tblGrid>
              <a:tr h="0">
                <a:tc>
                  <a:txBody>
                    <a:bodyPr/>
                    <a:lstStyle/>
                    <a:p>
                      <a:pPr algn="just">
                        <a:lnSpc>
                          <a:spcPct val="107000"/>
                        </a:lnSpc>
                        <a:spcAft>
                          <a:spcPts val="800"/>
                        </a:spcAft>
                        <a:buNone/>
                      </a:pPr>
                      <a:r>
                        <a:rPr lang="en-IN" sz="2000" kern="100" dirty="0">
                          <a:effectLst/>
                        </a:rPr>
                        <a:t>Child</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Cell</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g(n)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h(n)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f(n)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864905184"/>
                  </a:ext>
                </a:extLst>
              </a:tr>
              <a:tr h="0">
                <a:tc>
                  <a:txBody>
                    <a:bodyPr/>
                    <a:lstStyle/>
                    <a:p>
                      <a:pPr algn="just">
                        <a:lnSpc>
                          <a:spcPct val="107000"/>
                        </a:lnSpc>
                        <a:spcAft>
                          <a:spcPts val="800"/>
                        </a:spcAft>
                        <a:buNone/>
                      </a:pPr>
                      <a:r>
                        <a:rPr lang="en-IN" sz="2000" kern="100" dirty="0">
                          <a:effectLst/>
                        </a:rPr>
                        <a:t>(X3,Y1)</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2</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5</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7</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018780763"/>
                  </a:ext>
                </a:extLst>
              </a:tr>
            </a:tbl>
          </a:graphicData>
        </a:graphic>
      </p:graphicFrame>
      <p:graphicFrame>
        <p:nvGraphicFramePr>
          <p:cNvPr id="5" name="Content Placeholder 4">
            <a:extLst>
              <a:ext uri="{FF2B5EF4-FFF2-40B4-BE49-F238E27FC236}">
                <a16:creationId xmlns:a16="http://schemas.microsoft.com/office/drawing/2014/main" id="{7B41610F-1DED-0F25-FDD2-AC2122948A19}"/>
              </a:ext>
            </a:extLst>
          </p:cNvPr>
          <p:cNvGraphicFramePr>
            <a:graphicFrameLocks noGrp="1"/>
          </p:cNvGraphicFramePr>
          <p:nvPr>
            <p:ph sz="quarter" idx="10"/>
            <p:extLst>
              <p:ext uri="{D42A27DB-BD31-4B8C-83A1-F6EECF244321}">
                <p14:modId xmlns:p14="http://schemas.microsoft.com/office/powerpoint/2010/main" val="300164068"/>
              </p:ext>
            </p:extLst>
          </p:nvPr>
        </p:nvGraphicFramePr>
        <p:xfrm>
          <a:off x="1765161" y="2424333"/>
          <a:ext cx="6097656" cy="973941"/>
        </p:xfrm>
        <a:graphic>
          <a:graphicData uri="http://schemas.openxmlformats.org/drawingml/2006/table">
            <a:tbl>
              <a:tblPr firstRow="1" firstCol="1" bandRow="1">
                <a:tableStyleId>{5C22544A-7EE6-4342-B048-85BDC9FD1C3A}</a:tableStyleId>
              </a:tblPr>
              <a:tblGrid>
                <a:gridCol w="1524414">
                  <a:extLst>
                    <a:ext uri="{9D8B030D-6E8A-4147-A177-3AD203B41FA5}">
                      <a16:colId xmlns:a16="http://schemas.microsoft.com/office/drawing/2014/main" val="2968616253"/>
                    </a:ext>
                  </a:extLst>
                </a:gridCol>
                <a:gridCol w="1524414">
                  <a:extLst>
                    <a:ext uri="{9D8B030D-6E8A-4147-A177-3AD203B41FA5}">
                      <a16:colId xmlns:a16="http://schemas.microsoft.com/office/drawing/2014/main" val="2510315133"/>
                    </a:ext>
                  </a:extLst>
                </a:gridCol>
                <a:gridCol w="1524414">
                  <a:extLst>
                    <a:ext uri="{9D8B030D-6E8A-4147-A177-3AD203B41FA5}">
                      <a16:colId xmlns:a16="http://schemas.microsoft.com/office/drawing/2014/main" val="3485498926"/>
                    </a:ext>
                  </a:extLst>
                </a:gridCol>
                <a:gridCol w="1524414">
                  <a:extLst>
                    <a:ext uri="{9D8B030D-6E8A-4147-A177-3AD203B41FA5}">
                      <a16:colId xmlns:a16="http://schemas.microsoft.com/office/drawing/2014/main" val="4058689856"/>
                    </a:ext>
                  </a:extLst>
                </a:gridCol>
              </a:tblGrid>
              <a:tr h="154894">
                <a:tc>
                  <a:txBody>
                    <a:bodyPr/>
                    <a:lstStyle/>
                    <a:p>
                      <a:pPr algn="just">
                        <a:lnSpc>
                          <a:spcPct val="107000"/>
                        </a:lnSpc>
                        <a:spcAft>
                          <a:spcPts val="800"/>
                        </a:spcAft>
                        <a:buNone/>
                      </a:pPr>
                      <a:r>
                        <a:rPr lang="en-IN" sz="2000" kern="100" dirty="0">
                          <a:effectLst/>
                        </a:rPr>
                        <a:t>Node</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7320" marR="7320" marT="7320" marB="7320" anchor="ctr"/>
                </a:tc>
                <a:tc>
                  <a:txBody>
                    <a:bodyPr/>
                    <a:lstStyle/>
                    <a:p>
                      <a:pPr algn="just">
                        <a:lnSpc>
                          <a:spcPct val="107000"/>
                        </a:lnSpc>
                        <a:spcAft>
                          <a:spcPts val="800"/>
                        </a:spcAft>
                        <a:buNone/>
                      </a:pPr>
                      <a:r>
                        <a:rPr lang="en-IN" sz="2000" kern="100">
                          <a:effectLst/>
                        </a:rPr>
                        <a:t>g(n)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7320" marR="7320" marT="7320" marB="7320" anchor="ctr"/>
                </a:tc>
                <a:tc>
                  <a:txBody>
                    <a:bodyPr/>
                    <a:lstStyle/>
                    <a:p>
                      <a:pPr algn="just">
                        <a:lnSpc>
                          <a:spcPct val="107000"/>
                        </a:lnSpc>
                        <a:spcAft>
                          <a:spcPts val="800"/>
                        </a:spcAft>
                        <a:buNone/>
                      </a:pPr>
                      <a:r>
                        <a:rPr lang="en-IN" sz="2000" kern="100">
                          <a:effectLst/>
                        </a:rPr>
                        <a:t>h(n)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7320" marR="7320" marT="7320" marB="7320" anchor="ctr"/>
                </a:tc>
                <a:tc>
                  <a:txBody>
                    <a:bodyPr/>
                    <a:lstStyle/>
                    <a:p>
                      <a:pPr algn="just">
                        <a:lnSpc>
                          <a:spcPct val="107000"/>
                        </a:lnSpc>
                        <a:spcAft>
                          <a:spcPts val="800"/>
                        </a:spcAft>
                        <a:buNone/>
                      </a:pPr>
                      <a:r>
                        <a:rPr lang="en-IN" sz="2000" kern="100">
                          <a:effectLst/>
                        </a:rPr>
                        <a:t>f(n)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7320" marR="7320" marT="7320" marB="7320" anchor="ctr"/>
                </a:tc>
                <a:extLst>
                  <a:ext uri="{0D108BD9-81ED-4DB2-BD59-A6C34878D82A}">
                    <a16:rowId xmlns:a16="http://schemas.microsoft.com/office/drawing/2014/main" val="3914903797"/>
                  </a:ext>
                </a:extLst>
              </a:tr>
              <a:tr h="154894">
                <a:tc>
                  <a:txBody>
                    <a:bodyPr/>
                    <a:lstStyle/>
                    <a:p>
                      <a:pPr algn="just">
                        <a:lnSpc>
                          <a:spcPct val="107000"/>
                        </a:lnSpc>
                        <a:spcAft>
                          <a:spcPts val="800"/>
                        </a:spcAft>
                        <a:buNone/>
                      </a:pPr>
                      <a:r>
                        <a:rPr lang="en-IN" sz="2000" kern="100" dirty="0">
                          <a:effectLst/>
                        </a:rPr>
                        <a:t>(X3,Y1)</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7320" marR="7320" marT="7320" marB="7320" anchor="ctr"/>
                </a:tc>
                <a:tc>
                  <a:txBody>
                    <a:bodyPr/>
                    <a:lstStyle/>
                    <a:p>
                      <a:pPr algn="just">
                        <a:lnSpc>
                          <a:spcPct val="107000"/>
                        </a:lnSpc>
                        <a:spcAft>
                          <a:spcPts val="800"/>
                        </a:spcAft>
                        <a:buNone/>
                      </a:pPr>
                      <a:r>
                        <a:rPr lang="en-IN" sz="2000" kern="100" dirty="0">
                          <a:effectLst/>
                        </a:rPr>
                        <a:t>2</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7320" marR="7320" marT="7320" marB="7320" anchor="ctr"/>
                </a:tc>
                <a:tc>
                  <a:txBody>
                    <a:bodyPr/>
                    <a:lstStyle/>
                    <a:p>
                      <a:pPr algn="just">
                        <a:lnSpc>
                          <a:spcPct val="107000"/>
                        </a:lnSpc>
                        <a:spcAft>
                          <a:spcPts val="800"/>
                        </a:spcAft>
                        <a:buNone/>
                      </a:pPr>
                      <a:r>
                        <a:rPr lang="en-IN" sz="2000" kern="100">
                          <a:effectLst/>
                        </a:rPr>
                        <a:t>5</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7320" marR="7320" marT="7320" marB="7320" anchor="ctr"/>
                </a:tc>
                <a:tc>
                  <a:txBody>
                    <a:bodyPr/>
                    <a:lstStyle/>
                    <a:p>
                      <a:pPr algn="just">
                        <a:lnSpc>
                          <a:spcPct val="107000"/>
                        </a:lnSpc>
                        <a:spcAft>
                          <a:spcPts val="800"/>
                        </a:spcAft>
                        <a:buNone/>
                      </a:pPr>
                      <a:r>
                        <a:rPr lang="en-IN" sz="2000" kern="100" dirty="0">
                          <a:effectLst/>
                        </a:rPr>
                        <a:t>7</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7320" marR="7320" marT="7320" marB="7320" anchor="ctr"/>
                </a:tc>
                <a:extLst>
                  <a:ext uri="{0D108BD9-81ED-4DB2-BD59-A6C34878D82A}">
                    <a16:rowId xmlns:a16="http://schemas.microsoft.com/office/drawing/2014/main" val="3535867186"/>
                  </a:ext>
                </a:extLst>
              </a:tr>
              <a:tr h="154894">
                <a:tc>
                  <a:txBody>
                    <a:bodyPr/>
                    <a:lstStyle/>
                    <a:p>
                      <a:pPr algn="just">
                        <a:lnSpc>
                          <a:spcPct val="107000"/>
                        </a:lnSpc>
                        <a:spcAft>
                          <a:spcPts val="800"/>
                        </a:spcAft>
                        <a:buNone/>
                      </a:pPr>
                      <a:r>
                        <a:rPr lang="en-IN" sz="2000" kern="100" dirty="0">
                          <a:effectLst/>
                        </a:rPr>
                        <a:t>(X1,Y1)</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7320" marR="7320" marT="7320" marB="7320" anchor="ctr"/>
                </a:tc>
                <a:tc>
                  <a:txBody>
                    <a:bodyPr/>
                    <a:lstStyle/>
                    <a:p>
                      <a:pPr algn="just">
                        <a:lnSpc>
                          <a:spcPct val="107000"/>
                        </a:lnSpc>
                        <a:spcAft>
                          <a:spcPts val="800"/>
                        </a:spcAft>
                        <a:buNone/>
                      </a:pPr>
                      <a:r>
                        <a:rPr lang="en-IN" sz="2000" kern="100" dirty="0">
                          <a:effectLst/>
                        </a:rPr>
                        <a:t>1</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7320" marR="7320" marT="7320" marB="7320" anchor="ctr"/>
                </a:tc>
                <a:tc>
                  <a:txBody>
                    <a:bodyPr/>
                    <a:lstStyle/>
                    <a:p>
                      <a:pPr algn="just">
                        <a:lnSpc>
                          <a:spcPct val="107000"/>
                        </a:lnSpc>
                        <a:spcAft>
                          <a:spcPts val="800"/>
                        </a:spcAft>
                        <a:buNone/>
                      </a:pPr>
                      <a:r>
                        <a:rPr lang="en-US"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rPr>
                        <a:t>0</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7320" marR="7320" marT="7320" marB="7320" anchor="ctr"/>
                </a:tc>
                <a:tc>
                  <a:txBody>
                    <a:bodyPr/>
                    <a:lstStyle/>
                    <a:p>
                      <a:pPr algn="just">
                        <a:lnSpc>
                          <a:spcPct val="107000"/>
                        </a:lnSpc>
                        <a:spcAft>
                          <a:spcPts val="800"/>
                        </a:spcAft>
                        <a:buNone/>
                      </a:pPr>
                      <a:r>
                        <a:rPr lang="en-US"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rPr>
                        <a:t>7</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7320" marR="7320" marT="7320" marB="7320" anchor="ctr"/>
                </a:tc>
                <a:extLst>
                  <a:ext uri="{0D108BD9-81ED-4DB2-BD59-A6C34878D82A}">
                    <a16:rowId xmlns:a16="http://schemas.microsoft.com/office/drawing/2014/main" val="1399283408"/>
                  </a:ext>
                </a:extLst>
              </a:tr>
            </a:tbl>
          </a:graphicData>
        </a:graphic>
      </p:graphicFrame>
      <p:sp>
        <p:nvSpPr>
          <p:cNvPr id="6" name="Rectangle 1">
            <a:extLst>
              <a:ext uri="{FF2B5EF4-FFF2-40B4-BE49-F238E27FC236}">
                <a16:creationId xmlns:a16="http://schemas.microsoft.com/office/drawing/2014/main" id="{6510E497-0E1D-6FF9-A5D1-A2F31F705580}"/>
              </a:ext>
            </a:extLst>
          </p:cNvPr>
          <p:cNvSpPr>
            <a:spLocks noChangeArrowheads="1"/>
          </p:cNvSpPr>
          <p:nvPr/>
        </p:nvSpPr>
        <p:spPr bwMode="auto">
          <a:xfrm>
            <a:off x="3088381" y="1366283"/>
            <a:ext cx="279275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sng"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Step 2: Expand (X2,Y1)</a:t>
            </a: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Valid child:</a:t>
            </a:r>
            <a:endParaRPr kumimoji="0" lang="en-US" altLang="en-US" sz="2000" b="0" i="0" u="none" strike="noStrike" cap="none" normalizeH="0" baseline="0" dirty="0">
              <a:ln>
                <a:noFill/>
              </a:ln>
              <a:solidFill>
                <a:schemeClr val="tx1"/>
              </a:solidFill>
              <a:effectLst/>
            </a:endParaRPr>
          </a:p>
        </p:txBody>
      </p:sp>
      <p:sp>
        <p:nvSpPr>
          <p:cNvPr id="8" name="TextBox 7">
            <a:extLst>
              <a:ext uri="{FF2B5EF4-FFF2-40B4-BE49-F238E27FC236}">
                <a16:creationId xmlns:a16="http://schemas.microsoft.com/office/drawing/2014/main" id="{A8C6EA48-3522-86EB-A05D-C508CEE19F0C}"/>
              </a:ext>
            </a:extLst>
          </p:cNvPr>
          <p:cNvSpPr txBox="1"/>
          <p:nvPr/>
        </p:nvSpPr>
        <p:spPr>
          <a:xfrm>
            <a:off x="1765161" y="3748438"/>
            <a:ext cx="6097656" cy="707886"/>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(X1,Y1) already visited. Therefore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Open list:</a:t>
            </a:r>
            <a:endParaRPr kumimoji="0" lang="en-US" altLang="en-US" sz="2000" b="0" i="0" u="none" strike="noStrike" cap="none" normalizeH="0" baseline="0" dirty="0">
              <a:ln>
                <a:noFill/>
              </a:ln>
              <a:solidFill>
                <a:schemeClr val="tx1"/>
              </a:solidFill>
              <a:effectLst/>
            </a:endParaRPr>
          </a:p>
        </p:txBody>
      </p:sp>
      <p:sp>
        <p:nvSpPr>
          <p:cNvPr id="10" name="TextBox 9">
            <a:extLst>
              <a:ext uri="{FF2B5EF4-FFF2-40B4-BE49-F238E27FC236}">
                <a16:creationId xmlns:a16="http://schemas.microsoft.com/office/drawing/2014/main" id="{4E4DB0E9-9172-DB0F-50BB-EF9F153BA29B}"/>
              </a:ext>
            </a:extLst>
          </p:cNvPr>
          <p:cNvSpPr txBox="1"/>
          <p:nvPr/>
        </p:nvSpPr>
        <p:spPr>
          <a:xfrm>
            <a:off x="1435928" y="5660722"/>
            <a:ext cx="6097656" cy="400110"/>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Choose:(X3,Y1)</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6D33F362-9465-A3AA-3797-211DCDE373D7}"/>
              </a:ext>
            </a:extLst>
          </p:cNvPr>
          <p:cNvSpPr txBox="1"/>
          <p:nvPr/>
        </p:nvSpPr>
        <p:spPr>
          <a:xfrm>
            <a:off x="2161763" y="395586"/>
            <a:ext cx="6097656" cy="646331"/>
          </a:xfrm>
          <a:prstGeom prst="rect">
            <a:avLst/>
          </a:prstGeom>
          <a:noFill/>
        </p:spPr>
        <p:txBody>
          <a:bodyPr wrap="square">
            <a:spAutoFit/>
          </a:bodyPr>
          <a:lstStyle/>
          <a:p>
            <a:r>
              <a:rPr lang="en-US" sz="3600" b="1" dirty="0"/>
              <a:t>Solution - </a:t>
            </a:r>
            <a:r>
              <a:rPr lang="en-IN" sz="3600" b="1" dirty="0"/>
              <a:t>C) A*</a:t>
            </a:r>
          </a:p>
        </p:txBody>
      </p:sp>
      <p:pic>
        <p:nvPicPr>
          <p:cNvPr id="13" name="Content Placeholder 3">
            <a:extLst>
              <a:ext uri="{FF2B5EF4-FFF2-40B4-BE49-F238E27FC236}">
                <a16:creationId xmlns:a16="http://schemas.microsoft.com/office/drawing/2014/main" id="{4B7928FC-20BC-B779-2C6B-A79725CE6ABE}"/>
              </a:ext>
            </a:extLst>
          </p:cNvPr>
          <p:cNvPicPr>
            <a:picLocks noChangeAspect="1"/>
          </p:cNvPicPr>
          <p:nvPr/>
        </p:nvPicPr>
        <p:blipFill>
          <a:blip r:embed="rId2"/>
          <a:stretch>
            <a:fillRect/>
          </a:stretch>
        </p:blipFill>
        <p:spPr bwMode="auto">
          <a:xfrm>
            <a:off x="7525869" y="4170410"/>
            <a:ext cx="4656855" cy="2161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6137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70322B-4C04-9444-0ACB-67D263B9DB55}"/>
              </a:ext>
            </a:extLst>
          </p:cNvPr>
          <p:cNvSpPr>
            <a:spLocks noGrp="1"/>
          </p:cNvSpPr>
          <p:nvPr>
            <p:ph idx="1"/>
          </p:nvPr>
        </p:nvSpPr>
        <p:spPr>
          <a:xfrm>
            <a:off x="406400" y="1600201"/>
            <a:ext cx="10972800" cy="4969564"/>
          </a:xfrm>
        </p:spPr>
        <p:txBody>
          <a:bodyPr/>
          <a:lstStyle/>
          <a:p>
            <a:r>
              <a:rPr lang="en-IN" b="1" u="sng" dirty="0"/>
              <a:t>Step 3: Expand (X3,Y1)</a:t>
            </a:r>
            <a:endParaRPr lang="en-IN" dirty="0"/>
          </a:p>
          <a:p>
            <a:r>
              <a:rPr lang="en-IN" dirty="0"/>
              <a:t>Valid child:</a:t>
            </a:r>
          </a:p>
          <a:p>
            <a:endParaRPr lang="en-IN" dirty="0"/>
          </a:p>
          <a:p>
            <a:endParaRPr lang="en-IN" dirty="0"/>
          </a:p>
          <a:p>
            <a:r>
              <a:rPr lang="en-IN" dirty="0"/>
              <a:t>Open list:</a:t>
            </a:r>
          </a:p>
          <a:p>
            <a:endParaRPr lang="en-IN" dirty="0"/>
          </a:p>
          <a:p>
            <a:endParaRPr lang="en-IN" dirty="0"/>
          </a:p>
          <a:p>
            <a:endParaRPr lang="en-IN" dirty="0"/>
          </a:p>
          <a:p>
            <a:endParaRPr lang="en-IN" dirty="0"/>
          </a:p>
          <a:p>
            <a:r>
              <a:rPr lang="en-IN" dirty="0"/>
              <a:t>Tie. Choose </a:t>
            </a:r>
            <a:r>
              <a:rPr lang="en-IN" b="1" dirty="0"/>
              <a:t>(X3,Y2)</a:t>
            </a:r>
            <a:r>
              <a:rPr lang="en-IN" dirty="0"/>
              <a:t> because it is closer to the goal, that is, it has lower heuristic value.</a:t>
            </a:r>
          </a:p>
          <a:p>
            <a:endParaRPr lang="en-IN" dirty="0"/>
          </a:p>
          <a:p>
            <a:endParaRPr lang="en-IN" dirty="0"/>
          </a:p>
          <a:p>
            <a:endParaRPr lang="en-IN" dirty="0"/>
          </a:p>
        </p:txBody>
      </p:sp>
      <p:sp>
        <p:nvSpPr>
          <p:cNvPr id="3" name="Content Placeholder 2">
            <a:extLst>
              <a:ext uri="{FF2B5EF4-FFF2-40B4-BE49-F238E27FC236}">
                <a16:creationId xmlns:a16="http://schemas.microsoft.com/office/drawing/2014/main" id="{B8031297-51A6-45C8-1FFD-057E171A85AE}"/>
              </a:ext>
            </a:extLst>
          </p:cNvPr>
          <p:cNvSpPr>
            <a:spLocks noGrp="1"/>
          </p:cNvSpPr>
          <p:nvPr>
            <p:ph sz="quarter" idx="10"/>
          </p:nvPr>
        </p:nvSpPr>
        <p:spPr/>
        <p:txBody>
          <a:bodyPr/>
          <a:lstStyle/>
          <a:p>
            <a:r>
              <a:rPr lang="en-US" dirty="0"/>
              <a:t>Solution - </a:t>
            </a:r>
            <a:r>
              <a:rPr lang="en-IN" dirty="0"/>
              <a:t>C) A*</a:t>
            </a:r>
          </a:p>
        </p:txBody>
      </p:sp>
      <p:graphicFrame>
        <p:nvGraphicFramePr>
          <p:cNvPr id="4" name="Table 3">
            <a:extLst>
              <a:ext uri="{FF2B5EF4-FFF2-40B4-BE49-F238E27FC236}">
                <a16:creationId xmlns:a16="http://schemas.microsoft.com/office/drawing/2014/main" id="{A659A223-2861-227E-74F0-257D5B4C83C3}"/>
              </a:ext>
            </a:extLst>
          </p:cNvPr>
          <p:cNvGraphicFramePr>
            <a:graphicFrameLocks noGrp="1"/>
          </p:cNvGraphicFramePr>
          <p:nvPr>
            <p:extLst>
              <p:ext uri="{D42A27DB-BD31-4B8C-83A1-F6EECF244321}">
                <p14:modId xmlns:p14="http://schemas.microsoft.com/office/powerpoint/2010/main" val="2899260820"/>
              </p:ext>
            </p:extLst>
          </p:nvPr>
        </p:nvGraphicFramePr>
        <p:xfrm>
          <a:off x="1898374" y="2588206"/>
          <a:ext cx="5874025" cy="658114"/>
        </p:xfrm>
        <a:graphic>
          <a:graphicData uri="http://schemas.openxmlformats.org/drawingml/2006/table">
            <a:tbl>
              <a:tblPr firstRow="1" firstCol="1" bandRow="1">
                <a:tableStyleId>{5C22544A-7EE6-4342-B048-85BDC9FD1C3A}</a:tableStyleId>
              </a:tblPr>
              <a:tblGrid>
                <a:gridCol w="1174805">
                  <a:extLst>
                    <a:ext uri="{9D8B030D-6E8A-4147-A177-3AD203B41FA5}">
                      <a16:colId xmlns:a16="http://schemas.microsoft.com/office/drawing/2014/main" val="623868712"/>
                    </a:ext>
                  </a:extLst>
                </a:gridCol>
                <a:gridCol w="1174805">
                  <a:extLst>
                    <a:ext uri="{9D8B030D-6E8A-4147-A177-3AD203B41FA5}">
                      <a16:colId xmlns:a16="http://schemas.microsoft.com/office/drawing/2014/main" val="4160981756"/>
                    </a:ext>
                  </a:extLst>
                </a:gridCol>
                <a:gridCol w="1174805">
                  <a:extLst>
                    <a:ext uri="{9D8B030D-6E8A-4147-A177-3AD203B41FA5}">
                      <a16:colId xmlns:a16="http://schemas.microsoft.com/office/drawing/2014/main" val="1940248884"/>
                    </a:ext>
                  </a:extLst>
                </a:gridCol>
                <a:gridCol w="1174805">
                  <a:extLst>
                    <a:ext uri="{9D8B030D-6E8A-4147-A177-3AD203B41FA5}">
                      <a16:colId xmlns:a16="http://schemas.microsoft.com/office/drawing/2014/main" val="3687895954"/>
                    </a:ext>
                  </a:extLst>
                </a:gridCol>
                <a:gridCol w="1174805">
                  <a:extLst>
                    <a:ext uri="{9D8B030D-6E8A-4147-A177-3AD203B41FA5}">
                      <a16:colId xmlns:a16="http://schemas.microsoft.com/office/drawing/2014/main" val="263122147"/>
                    </a:ext>
                  </a:extLst>
                </a:gridCol>
              </a:tblGrid>
              <a:tr h="0">
                <a:tc>
                  <a:txBody>
                    <a:bodyPr/>
                    <a:lstStyle/>
                    <a:p>
                      <a:pPr algn="just">
                        <a:lnSpc>
                          <a:spcPct val="107000"/>
                        </a:lnSpc>
                        <a:spcAft>
                          <a:spcPts val="800"/>
                        </a:spcAft>
                        <a:buNone/>
                      </a:pPr>
                      <a:r>
                        <a:rPr lang="en-IN" sz="2000" kern="100" dirty="0">
                          <a:effectLst/>
                        </a:rPr>
                        <a:t>Child</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Cell</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g(n)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h(n)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f(n)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240144886"/>
                  </a:ext>
                </a:extLst>
              </a:tr>
              <a:tr h="0">
                <a:tc>
                  <a:txBody>
                    <a:bodyPr/>
                    <a:lstStyle/>
                    <a:p>
                      <a:pPr algn="just">
                        <a:lnSpc>
                          <a:spcPct val="107000"/>
                        </a:lnSpc>
                        <a:spcAft>
                          <a:spcPts val="800"/>
                        </a:spcAft>
                        <a:buNone/>
                      </a:pPr>
                      <a:r>
                        <a:rPr lang="en-IN" sz="2000" kern="100">
                          <a:effectLst/>
                        </a:rPr>
                        <a:t>(X3,Y2)</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3</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6</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9</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2508498232"/>
                  </a:ext>
                </a:extLst>
              </a:tr>
            </a:tbl>
          </a:graphicData>
        </a:graphic>
      </p:graphicFrame>
      <p:graphicFrame>
        <p:nvGraphicFramePr>
          <p:cNvPr id="5" name="Table 4">
            <a:extLst>
              <a:ext uri="{FF2B5EF4-FFF2-40B4-BE49-F238E27FC236}">
                <a16:creationId xmlns:a16="http://schemas.microsoft.com/office/drawing/2014/main" id="{FED34D58-170B-09AE-3B60-BF783CA9184A}"/>
              </a:ext>
            </a:extLst>
          </p:cNvPr>
          <p:cNvGraphicFramePr>
            <a:graphicFrameLocks noGrp="1"/>
          </p:cNvGraphicFramePr>
          <p:nvPr>
            <p:extLst>
              <p:ext uri="{D42A27DB-BD31-4B8C-83A1-F6EECF244321}">
                <p14:modId xmlns:p14="http://schemas.microsoft.com/office/powerpoint/2010/main" val="621899053"/>
              </p:ext>
            </p:extLst>
          </p:nvPr>
        </p:nvGraphicFramePr>
        <p:xfrm>
          <a:off x="1739348" y="4070734"/>
          <a:ext cx="6033052" cy="987171"/>
        </p:xfrm>
        <a:graphic>
          <a:graphicData uri="http://schemas.openxmlformats.org/drawingml/2006/table">
            <a:tbl>
              <a:tblPr firstRow="1" firstCol="1" bandRow="1">
                <a:tableStyleId>{5C22544A-7EE6-4342-B048-85BDC9FD1C3A}</a:tableStyleId>
              </a:tblPr>
              <a:tblGrid>
                <a:gridCol w="1508263">
                  <a:extLst>
                    <a:ext uri="{9D8B030D-6E8A-4147-A177-3AD203B41FA5}">
                      <a16:colId xmlns:a16="http://schemas.microsoft.com/office/drawing/2014/main" val="4251948538"/>
                    </a:ext>
                  </a:extLst>
                </a:gridCol>
                <a:gridCol w="1508263">
                  <a:extLst>
                    <a:ext uri="{9D8B030D-6E8A-4147-A177-3AD203B41FA5}">
                      <a16:colId xmlns:a16="http://schemas.microsoft.com/office/drawing/2014/main" val="4249103806"/>
                    </a:ext>
                  </a:extLst>
                </a:gridCol>
                <a:gridCol w="1508263">
                  <a:extLst>
                    <a:ext uri="{9D8B030D-6E8A-4147-A177-3AD203B41FA5}">
                      <a16:colId xmlns:a16="http://schemas.microsoft.com/office/drawing/2014/main" val="905981668"/>
                    </a:ext>
                  </a:extLst>
                </a:gridCol>
                <a:gridCol w="1508263">
                  <a:extLst>
                    <a:ext uri="{9D8B030D-6E8A-4147-A177-3AD203B41FA5}">
                      <a16:colId xmlns:a16="http://schemas.microsoft.com/office/drawing/2014/main" val="33402165"/>
                    </a:ext>
                  </a:extLst>
                </a:gridCol>
              </a:tblGrid>
              <a:tr h="0">
                <a:tc>
                  <a:txBody>
                    <a:bodyPr/>
                    <a:lstStyle/>
                    <a:p>
                      <a:pPr algn="just">
                        <a:lnSpc>
                          <a:spcPct val="107000"/>
                        </a:lnSpc>
                        <a:spcAft>
                          <a:spcPts val="800"/>
                        </a:spcAft>
                        <a:buNone/>
                      </a:pPr>
                      <a:r>
                        <a:rPr lang="en-IN" sz="2000" kern="100" dirty="0">
                          <a:effectLst/>
                        </a:rPr>
                        <a:t>Node</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g(n)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h(n)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f(n)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2495339591"/>
                  </a:ext>
                </a:extLst>
              </a:tr>
              <a:tr h="0">
                <a:tc>
                  <a:txBody>
                    <a:bodyPr/>
                    <a:lstStyle/>
                    <a:p>
                      <a:pPr algn="just">
                        <a:lnSpc>
                          <a:spcPct val="107000"/>
                        </a:lnSpc>
                        <a:spcAft>
                          <a:spcPts val="800"/>
                        </a:spcAft>
                        <a:buNone/>
                      </a:pPr>
                      <a:r>
                        <a:rPr lang="en-IN" sz="2000" kern="100" dirty="0">
                          <a:effectLst/>
                        </a:rPr>
                        <a:t>(X3,Y1)</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rPr>
                        <a:t>2</a:t>
                      </a:r>
                    </a:p>
                  </a:txBody>
                  <a:tcPr marL="9525" marR="9525" marT="9525" marB="9525" anchor="ctr"/>
                </a:tc>
                <a:tc>
                  <a:txBody>
                    <a:bodyPr/>
                    <a:lstStyle/>
                    <a:p>
                      <a:pPr algn="just">
                        <a:lnSpc>
                          <a:spcPct val="107000"/>
                        </a:lnSpc>
                        <a:spcAft>
                          <a:spcPts val="800"/>
                        </a:spcAft>
                        <a:buNone/>
                      </a:pPr>
                      <a:r>
                        <a:rPr lang="en-US"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rPr>
                        <a:t>5</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rPr>
                        <a:t>7</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4039856545"/>
                  </a:ext>
                </a:extLst>
              </a:tr>
              <a:tr h="0">
                <a:tc>
                  <a:txBody>
                    <a:bodyPr/>
                    <a:lstStyle/>
                    <a:p>
                      <a:pPr algn="just">
                        <a:lnSpc>
                          <a:spcPct val="107000"/>
                        </a:lnSpc>
                        <a:spcAft>
                          <a:spcPts val="800"/>
                        </a:spcAft>
                        <a:buNone/>
                      </a:pPr>
                      <a:r>
                        <a:rPr lang="en-IN" sz="2000" kern="100" dirty="0">
                          <a:effectLst/>
                        </a:rPr>
                        <a:t>(X3,Y2)</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3</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6</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9</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45113812"/>
                  </a:ext>
                </a:extLst>
              </a:tr>
            </a:tbl>
          </a:graphicData>
        </a:graphic>
      </p:graphicFrame>
      <p:pic>
        <p:nvPicPr>
          <p:cNvPr id="6" name="Content Placeholder 3">
            <a:extLst>
              <a:ext uri="{FF2B5EF4-FFF2-40B4-BE49-F238E27FC236}">
                <a16:creationId xmlns:a16="http://schemas.microsoft.com/office/drawing/2014/main" id="{FBC58096-2A7D-08FD-879B-37AB392FFB41}"/>
              </a:ext>
            </a:extLst>
          </p:cNvPr>
          <p:cNvPicPr>
            <a:picLocks noChangeAspect="1"/>
          </p:cNvPicPr>
          <p:nvPr/>
        </p:nvPicPr>
        <p:blipFill>
          <a:blip r:embed="rId2"/>
          <a:stretch>
            <a:fillRect/>
          </a:stretch>
        </p:blipFill>
        <p:spPr bwMode="auto">
          <a:xfrm>
            <a:off x="8481712" y="3014379"/>
            <a:ext cx="3623828" cy="1681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96648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FA70BF-DB7E-FCF4-33BE-DD288787B69A}"/>
              </a:ext>
            </a:extLst>
          </p:cNvPr>
          <p:cNvSpPr>
            <a:spLocks noGrp="1"/>
          </p:cNvSpPr>
          <p:nvPr>
            <p:ph idx="1"/>
          </p:nvPr>
        </p:nvSpPr>
        <p:spPr>
          <a:xfrm>
            <a:off x="417445" y="1295400"/>
            <a:ext cx="10972800" cy="4525963"/>
          </a:xfrm>
        </p:spPr>
        <p:txBody>
          <a:bodyPr/>
          <a:lstStyle/>
          <a:p>
            <a:r>
              <a:rPr lang="en-IN" b="1" u="sng" dirty="0"/>
              <a:t>Step 4: Expand (X3,Y2)</a:t>
            </a:r>
            <a:endParaRPr lang="en-IN" dirty="0"/>
          </a:p>
          <a:p>
            <a:r>
              <a:rPr lang="en-IN" dirty="0"/>
              <a:t>Valid children:</a:t>
            </a:r>
          </a:p>
          <a:p>
            <a:endParaRPr lang="en-IN" dirty="0"/>
          </a:p>
          <a:p>
            <a:endParaRPr lang="en-IN" dirty="0"/>
          </a:p>
          <a:p>
            <a:r>
              <a:rPr lang="en-IN" dirty="0"/>
              <a:t>Choose:(X4,Y2)</a:t>
            </a:r>
          </a:p>
          <a:p>
            <a:r>
              <a:rPr lang="en-IN" b="1" u="sng" dirty="0"/>
              <a:t>Step 5: Expand (X4,Y2)</a:t>
            </a:r>
            <a:endParaRPr lang="en-IN" dirty="0"/>
          </a:p>
          <a:p>
            <a:r>
              <a:rPr lang="en-IN" dirty="0"/>
              <a:t>Valid children:</a:t>
            </a:r>
          </a:p>
          <a:p>
            <a:endParaRPr lang="en-IN" dirty="0"/>
          </a:p>
          <a:p>
            <a:endParaRPr lang="en-IN" dirty="0"/>
          </a:p>
          <a:p>
            <a:endParaRPr lang="en-IN" dirty="0"/>
          </a:p>
          <a:p>
            <a:r>
              <a:rPr lang="en-IN" dirty="0"/>
              <a:t>Choose: (X5,Y2)</a:t>
            </a:r>
          </a:p>
          <a:p>
            <a:endParaRPr lang="en-IN" dirty="0"/>
          </a:p>
          <a:p>
            <a:endParaRPr lang="en-IN" dirty="0"/>
          </a:p>
          <a:p>
            <a:endParaRPr lang="en-IN" dirty="0"/>
          </a:p>
        </p:txBody>
      </p:sp>
      <p:sp>
        <p:nvSpPr>
          <p:cNvPr id="3" name="Content Placeholder 2">
            <a:extLst>
              <a:ext uri="{FF2B5EF4-FFF2-40B4-BE49-F238E27FC236}">
                <a16:creationId xmlns:a16="http://schemas.microsoft.com/office/drawing/2014/main" id="{4C567A91-4046-3906-EEF2-739CD7A01936}"/>
              </a:ext>
            </a:extLst>
          </p:cNvPr>
          <p:cNvSpPr>
            <a:spLocks noGrp="1"/>
          </p:cNvSpPr>
          <p:nvPr>
            <p:ph sz="quarter" idx="10"/>
          </p:nvPr>
        </p:nvSpPr>
        <p:spPr/>
        <p:txBody>
          <a:bodyPr/>
          <a:lstStyle/>
          <a:p>
            <a:r>
              <a:rPr lang="en-US" dirty="0"/>
              <a:t>Solution - </a:t>
            </a:r>
            <a:r>
              <a:rPr lang="en-IN" dirty="0"/>
              <a:t>C) A*</a:t>
            </a:r>
          </a:p>
          <a:p>
            <a:endParaRPr lang="en-IN" dirty="0"/>
          </a:p>
        </p:txBody>
      </p:sp>
      <p:graphicFrame>
        <p:nvGraphicFramePr>
          <p:cNvPr id="4" name="Table 3">
            <a:extLst>
              <a:ext uri="{FF2B5EF4-FFF2-40B4-BE49-F238E27FC236}">
                <a16:creationId xmlns:a16="http://schemas.microsoft.com/office/drawing/2014/main" id="{31D6AFE6-C05C-C83E-DE52-7A1F1D305FD4}"/>
              </a:ext>
            </a:extLst>
          </p:cNvPr>
          <p:cNvGraphicFramePr>
            <a:graphicFrameLocks noGrp="1"/>
          </p:cNvGraphicFramePr>
          <p:nvPr>
            <p:extLst>
              <p:ext uri="{D42A27DB-BD31-4B8C-83A1-F6EECF244321}">
                <p14:modId xmlns:p14="http://schemas.microsoft.com/office/powerpoint/2010/main" val="2908238565"/>
              </p:ext>
            </p:extLst>
          </p:nvPr>
        </p:nvGraphicFramePr>
        <p:xfrm>
          <a:off x="609600" y="2230396"/>
          <a:ext cx="5294245" cy="658114"/>
        </p:xfrm>
        <a:graphic>
          <a:graphicData uri="http://schemas.openxmlformats.org/drawingml/2006/table">
            <a:tbl>
              <a:tblPr firstRow="1" firstCol="1" bandRow="1">
                <a:tableStyleId>{5C22544A-7EE6-4342-B048-85BDC9FD1C3A}</a:tableStyleId>
              </a:tblPr>
              <a:tblGrid>
                <a:gridCol w="1058849">
                  <a:extLst>
                    <a:ext uri="{9D8B030D-6E8A-4147-A177-3AD203B41FA5}">
                      <a16:colId xmlns:a16="http://schemas.microsoft.com/office/drawing/2014/main" val="1687337254"/>
                    </a:ext>
                  </a:extLst>
                </a:gridCol>
                <a:gridCol w="1058849">
                  <a:extLst>
                    <a:ext uri="{9D8B030D-6E8A-4147-A177-3AD203B41FA5}">
                      <a16:colId xmlns:a16="http://schemas.microsoft.com/office/drawing/2014/main" val="745661952"/>
                    </a:ext>
                  </a:extLst>
                </a:gridCol>
                <a:gridCol w="1058849">
                  <a:extLst>
                    <a:ext uri="{9D8B030D-6E8A-4147-A177-3AD203B41FA5}">
                      <a16:colId xmlns:a16="http://schemas.microsoft.com/office/drawing/2014/main" val="3792006481"/>
                    </a:ext>
                  </a:extLst>
                </a:gridCol>
                <a:gridCol w="1058849">
                  <a:extLst>
                    <a:ext uri="{9D8B030D-6E8A-4147-A177-3AD203B41FA5}">
                      <a16:colId xmlns:a16="http://schemas.microsoft.com/office/drawing/2014/main" val="3355154349"/>
                    </a:ext>
                  </a:extLst>
                </a:gridCol>
                <a:gridCol w="1058849">
                  <a:extLst>
                    <a:ext uri="{9D8B030D-6E8A-4147-A177-3AD203B41FA5}">
                      <a16:colId xmlns:a16="http://schemas.microsoft.com/office/drawing/2014/main" val="1578435277"/>
                    </a:ext>
                  </a:extLst>
                </a:gridCol>
              </a:tblGrid>
              <a:tr h="0">
                <a:tc>
                  <a:txBody>
                    <a:bodyPr/>
                    <a:lstStyle/>
                    <a:p>
                      <a:pPr algn="just">
                        <a:lnSpc>
                          <a:spcPct val="107000"/>
                        </a:lnSpc>
                        <a:spcAft>
                          <a:spcPts val="800"/>
                        </a:spcAft>
                        <a:buNone/>
                      </a:pPr>
                      <a:r>
                        <a:rPr lang="en-IN" sz="2000" kern="100" dirty="0">
                          <a:effectLst/>
                        </a:rPr>
                        <a:t>Child</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Cell</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g(n)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h(n)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f(n)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2404120321"/>
                  </a:ext>
                </a:extLst>
              </a:tr>
              <a:tr h="0">
                <a:tc>
                  <a:txBody>
                    <a:bodyPr/>
                    <a:lstStyle/>
                    <a:p>
                      <a:pPr algn="just">
                        <a:lnSpc>
                          <a:spcPct val="107000"/>
                        </a:lnSpc>
                        <a:spcAft>
                          <a:spcPts val="800"/>
                        </a:spcAft>
                        <a:buNone/>
                      </a:pPr>
                      <a:r>
                        <a:rPr lang="en-IN" sz="2000" kern="100" dirty="0">
                          <a:effectLst/>
                        </a:rPr>
                        <a:t>(X4,Y2)</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4</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3</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7</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885976203"/>
                  </a:ext>
                </a:extLst>
              </a:tr>
            </a:tbl>
          </a:graphicData>
        </a:graphic>
      </p:graphicFrame>
      <p:graphicFrame>
        <p:nvGraphicFramePr>
          <p:cNvPr id="5" name="Table 4">
            <a:extLst>
              <a:ext uri="{FF2B5EF4-FFF2-40B4-BE49-F238E27FC236}">
                <a16:creationId xmlns:a16="http://schemas.microsoft.com/office/drawing/2014/main" id="{EF59A661-39F0-7632-71AA-64E8E3EF0AB5}"/>
              </a:ext>
            </a:extLst>
          </p:cNvPr>
          <p:cNvGraphicFramePr>
            <a:graphicFrameLocks noGrp="1"/>
          </p:cNvGraphicFramePr>
          <p:nvPr>
            <p:extLst>
              <p:ext uri="{D42A27DB-BD31-4B8C-83A1-F6EECF244321}">
                <p14:modId xmlns:p14="http://schemas.microsoft.com/office/powerpoint/2010/main" val="94826218"/>
              </p:ext>
            </p:extLst>
          </p:nvPr>
        </p:nvGraphicFramePr>
        <p:xfrm>
          <a:off x="609600" y="4430258"/>
          <a:ext cx="6089375" cy="987171"/>
        </p:xfrm>
        <a:graphic>
          <a:graphicData uri="http://schemas.openxmlformats.org/drawingml/2006/table">
            <a:tbl>
              <a:tblPr firstRow="1" firstCol="1" bandRow="1">
                <a:tableStyleId>{5C22544A-7EE6-4342-B048-85BDC9FD1C3A}</a:tableStyleId>
              </a:tblPr>
              <a:tblGrid>
                <a:gridCol w="1217875">
                  <a:extLst>
                    <a:ext uri="{9D8B030D-6E8A-4147-A177-3AD203B41FA5}">
                      <a16:colId xmlns:a16="http://schemas.microsoft.com/office/drawing/2014/main" val="3507633120"/>
                    </a:ext>
                  </a:extLst>
                </a:gridCol>
                <a:gridCol w="1217875">
                  <a:extLst>
                    <a:ext uri="{9D8B030D-6E8A-4147-A177-3AD203B41FA5}">
                      <a16:colId xmlns:a16="http://schemas.microsoft.com/office/drawing/2014/main" val="1403000574"/>
                    </a:ext>
                  </a:extLst>
                </a:gridCol>
                <a:gridCol w="1217875">
                  <a:extLst>
                    <a:ext uri="{9D8B030D-6E8A-4147-A177-3AD203B41FA5}">
                      <a16:colId xmlns:a16="http://schemas.microsoft.com/office/drawing/2014/main" val="2512474251"/>
                    </a:ext>
                  </a:extLst>
                </a:gridCol>
                <a:gridCol w="1217875">
                  <a:extLst>
                    <a:ext uri="{9D8B030D-6E8A-4147-A177-3AD203B41FA5}">
                      <a16:colId xmlns:a16="http://schemas.microsoft.com/office/drawing/2014/main" val="3801946330"/>
                    </a:ext>
                  </a:extLst>
                </a:gridCol>
                <a:gridCol w="1217875">
                  <a:extLst>
                    <a:ext uri="{9D8B030D-6E8A-4147-A177-3AD203B41FA5}">
                      <a16:colId xmlns:a16="http://schemas.microsoft.com/office/drawing/2014/main" val="1857458973"/>
                    </a:ext>
                  </a:extLst>
                </a:gridCol>
              </a:tblGrid>
              <a:tr h="0">
                <a:tc>
                  <a:txBody>
                    <a:bodyPr/>
                    <a:lstStyle/>
                    <a:p>
                      <a:pPr algn="just">
                        <a:lnSpc>
                          <a:spcPct val="107000"/>
                        </a:lnSpc>
                        <a:spcAft>
                          <a:spcPts val="800"/>
                        </a:spcAft>
                        <a:buNone/>
                      </a:pPr>
                      <a:r>
                        <a:rPr lang="en-IN" sz="2000" kern="100" dirty="0">
                          <a:effectLst/>
                        </a:rPr>
                        <a:t>Child</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Cell</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g(n)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h(n)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f(n)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4277753556"/>
                  </a:ext>
                </a:extLst>
              </a:tr>
              <a:tr h="0">
                <a:tc>
                  <a:txBody>
                    <a:bodyPr/>
                    <a:lstStyle/>
                    <a:p>
                      <a:pPr algn="just">
                        <a:lnSpc>
                          <a:spcPct val="107000"/>
                        </a:lnSpc>
                        <a:spcAft>
                          <a:spcPts val="800"/>
                        </a:spcAft>
                        <a:buNone/>
                      </a:pPr>
                      <a:r>
                        <a:rPr lang="en-IN" sz="2000" kern="100">
                          <a:effectLst/>
                        </a:rPr>
                        <a:t>(X5,Y2)</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5</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2</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7</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2271785226"/>
                  </a:ext>
                </a:extLst>
              </a:tr>
              <a:tr h="0">
                <a:tc>
                  <a:txBody>
                    <a:bodyPr/>
                    <a:lstStyle/>
                    <a:p>
                      <a:pPr algn="just">
                        <a:lnSpc>
                          <a:spcPct val="107000"/>
                        </a:lnSpc>
                        <a:spcAft>
                          <a:spcPts val="800"/>
                        </a:spcAft>
                        <a:buNone/>
                      </a:pPr>
                      <a:r>
                        <a:rPr lang="en-IN" sz="2000" kern="100">
                          <a:effectLst/>
                        </a:rPr>
                        <a:t>(X4,Y3)</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5</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4</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9</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856504248"/>
                  </a:ext>
                </a:extLst>
              </a:tr>
            </a:tbl>
          </a:graphicData>
        </a:graphic>
      </p:graphicFrame>
      <p:pic>
        <p:nvPicPr>
          <p:cNvPr id="6" name="Content Placeholder 3">
            <a:extLst>
              <a:ext uri="{FF2B5EF4-FFF2-40B4-BE49-F238E27FC236}">
                <a16:creationId xmlns:a16="http://schemas.microsoft.com/office/drawing/2014/main" id="{198A6E46-12AA-2919-0273-017AC8858C5D}"/>
              </a:ext>
            </a:extLst>
          </p:cNvPr>
          <p:cNvPicPr>
            <a:picLocks noChangeAspect="1"/>
          </p:cNvPicPr>
          <p:nvPr/>
        </p:nvPicPr>
        <p:blipFill>
          <a:blip r:embed="rId2"/>
          <a:stretch>
            <a:fillRect/>
          </a:stretch>
        </p:blipFill>
        <p:spPr bwMode="auto">
          <a:xfrm>
            <a:off x="7535145" y="3017470"/>
            <a:ext cx="4656855" cy="2161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6511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DB5C3B-56A3-7A98-E900-7B3A0B7C75F9}"/>
              </a:ext>
            </a:extLst>
          </p:cNvPr>
          <p:cNvSpPr>
            <a:spLocks noGrp="1"/>
          </p:cNvSpPr>
          <p:nvPr>
            <p:ph idx="1"/>
          </p:nvPr>
        </p:nvSpPr>
        <p:spPr>
          <a:xfrm>
            <a:off x="419652" y="1295400"/>
            <a:ext cx="10972800" cy="5224670"/>
          </a:xfrm>
        </p:spPr>
        <p:txBody>
          <a:bodyPr/>
          <a:lstStyle/>
          <a:p>
            <a:r>
              <a:rPr lang="en-IN" b="1" dirty="0"/>
              <a:t>Step 6: Expand (X5,Y2)</a:t>
            </a:r>
            <a:endParaRPr lang="en-IN" dirty="0"/>
          </a:p>
          <a:p>
            <a:r>
              <a:rPr lang="en-IN" dirty="0"/>
              <a:t>Valid children:</a:t>
            </a:r>
          </a:p>
          <a:p>
            <a:endParaRPr lang="en-IN" dirty="0"/>
          </a:p>
          <a:p>
            <a:endParaRPr lang="en-IN" dirty="0"/>
          </a:p>
          <a:p>
            <a:endParaRPr lang="en-IN" dirty="0"/>
          </a:p>
          <a:p>
            <a:r>
              <a:rPr lang="en-IN" dirty="0"/>
              <a:t>Since </a:t>
            </a:r>
            <a:r>
              <a:rPr lang="en-IN" b="1" dirty="0"/>
              <a:t>(X5,Y3)</a:t>
            </a:r>
            <a:r>
              <a:rPr lang="en-IN" dirty="0"/>
              <a:t> is an energy cell:</a:t>
            </a:r>
          </a:p>
          <a:p>
            <a:r>
              <a:rPr lang="en-IN" dirty="0"/>
              <a:t>g(X5,Y3)=5+(−2)=3 </a:t>
            </a:r>
          </a:p>
          <a:p>
            <a:r>
              <a:rPr lang="en-IN" dirty="0"/>
              <a:t>Choose:</a:t>
            </a:r>
          </a:p>
          <a:p>
            <a:r>
              <a:rPr lang="en-IN" dirty="0"/>
              <a:t>(X5,Y3)</a:t>
            </a:r>
          </a:p>
          <a:p>
            <a:endParaRPr lang="en-IN" dirty="0"/>
          </a:p>
          <a:p>
            <a:endParaRPr lang="en-IN" dirty="0"/>
          </a:p>
          <a:p>
            <a:endParaRPr lang="en-IN" dirty="0"/>
          </a:p>
        </p:txBody>
      </p:sp>
      <p:sp>
        <p:nvSpPr>
          <p:cNvPr id="3" name="Content Placeholder 2">
            <a:extLst>
              <a:ext uri="{FF2B5EF4-FFF2-40B4-BE49-F238E27FC236}">
                <a16:creationId xmlns:a16="http://schemas.microsoft.com/office/drawing/2014/main" id="{DAF510FC-2494-5934-2576-DB2F5888DEB3}"/>
              </a:ext>
            </a:extLst>
          </p:cNvPr>
          <p:cNvSpPr>
            <a:spLocks noGrp="1"/>
          </p:cNvSpPr>
          <p:nvPr>
            <p:ph sz="quarter" idx="10"/>
          </p:nvPr>
        </p:nvSpPr>
        <p:spPr/>
        <p:txBody>
          <a:bodyPr/>
          <a:lstStyle/>
          <a:p>
            <a:r>
              <a:rPr lang="en-US" dirty="0"/>
              <a:t>Solution - </a:t>
            </a:r>
            <a:r>
              <a:rPr lang="en-IN" dirty="0"/>
              <a:t>C) A*</a:t>
            </a:r>
          </a:p>
        </p:txBody>
      </p:sp>
      <p:graphicFrame>
        <p:nvGraphicFramePr>
          <p:cNvPr id="4" name="Table 3">
            <a:extLst>
              <a:ext uri="{FF2B5EF4-FFF2-40B4-BE49-F238E27FC236}">
                <a16:creationId xmlns:a16="http://schemas.microsoft.com/office/drawing/2014/main" id="{1AAF0BAD-1E38-4BA5-E74A-74CF103907E1}"/>
              </a:ext>
            </a:extLst>
          </p:cNvPr>
          <p:cNvGraphicFramePr>
            <a:graphicFrameLocks noGrp="1"/>
          </p:cNvGraphicFramePr>
          <p:nvPr>
            <p:extLst>
              <p:ext uri="{D42A27DB-BD31-4B8C-83A1-F6EECF244321}">
                <p14:modId xmlns:p14="http://schemas.microsoft.com/office/powerpoint/2010/main" val="573908634"/>
              </p:ext>
            </p:extLst>
          </p:nvPr>
        </p:nvGraphicFramePr>
        <p:xfrm>
          <a:off x="1033669" y="2159440"/>
          <a:ext cx="4969565" cy="987171"/>
        </p:xfrm>
        <a:graphic>
          <a:graphicData uri="http://schemas.openxmlformats.org/drawingml/2006/table">
            <a:tbl>
              <a:tblPr firstRow="1" firstCol="1" bandRow="1">
                <a:tableStyleId>{5C22544A-7EE6-4342-B048-85BDC9FD1C3A}</a:tableStyleId>
              </a:tblPr>
              <a:tblGrid>
                <a:gridCol w="993913">
                  <a:extLst>
                    <a:ext uri="{9D8B030D-6E8A-4147-A177-3AD203B41FA5}">
                      <a16:colId xmlns:a16="http://schemas.microsoft.com/office/drawing/2014/main" val="2523267595"/>
                    </a:ext>
                  </a:extLst>
                </a:gridCol>
                <a:gridCol w="993913">
                  <a:extLst>
                    <a:ext uri="{9D8B030D-6E8A-4147-A177-3AD203B41FA5}">
                      <a16:colId xmlns:a16="http://schemas.microsoft.com/office/drawing/2014/main" val="969494995"/>
                    </a:ext>
                  </a:extLst>
                </a:gridCol>
                <a:gridCol w="993913">
                  <a:extLst>
                    <a:ext uri="{9D8B030D-6E8A-4147-A177-3AD203B41FA5}">
                      <a16:colId xmlns:a16="http://schemas.microsoft.com/office/drawing/2014/main" val="937667223"/>
                    </a:ext>
                  </a:extLst>
                </a:gridCol>
                <a:gridCol w="993913">
                  <a:extLst>
                    <a:ext uri="{9D8B030D-6E8A-4147-A177-3AD203B41FA5}">
                      <a16:colId xmlns:a16="http://schemas.microsoft.com/office/drawing/2014/main" val="962844137"/>
                    </a:ext>
                  </a:extLst>
                </a:gridCol>
                <a:gridCol w="993913">
                  <a:extLst>
                    <a:ext uri="{9D8B030D-6E8A-4147-A177-3AD203B41FA5}">
                      <a16:colId xmlns:a16="http://schemas.microsoft.com/office/drawing/2014/main" val="2395347065"/>
                    </a:ext>
                  </a:extLst>
                </a:gridCol>
              </a:tblGrid>
              <a:tr h="0">
                <a:tc>
                  <a:txBody>
                    <a:bodyPr/>
                    <a:lstStyle/>
                    <a:p>
                      <a:pPr algn="just">
                        <a:lnSpc>
                          <a:spcPct val="107000"/>
                        </a:lnSpc>
                        <a:spcAft>
                          <a:spcPts val="800"/>
                        </a:spcAft>
                        <a:buNone/>
                      </a:pPr>
                      <a:r>
                        <a:rPr lang="en-IN" sz="2000" kern="100" dirty="0">
                          <a:effectLst/>
                        </a:rPr>
                        <a:t>Child</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Cell</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g(n)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h(n)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f(n)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384760280"/>
                  </a:ext>
                </a:extLst>
              </a:tr>
              <a:tr h="0">
                <a:tc>
                  <a:txBody>
                    <a:bodyPr/>
                    <a:lstStyle/>
                    <a:p>
                      <a:pPr algn="just">
                        <a:lnSpc>
                          <a:spcPct val="107000"/>
                        </a:lnSpc>
                        <a:spcAft>
                          <a:spcPts val="800"/>
                        </a:spcAft>
                        <a:buNone/>
                      </a:pPr>
                      <a:r>
                        <a:rPr lang="en-IN" sz="2000" kern="100" dirty="0">
                          <a:effectLst/>
                        </a:rPr>
                        <a:t>(X4,Y2)</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4</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3</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US"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rPr>
                        <a:t>7</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4264307947"/>
                  </a:ext>
                </a:extLst>
              </a:tr>
              <a:tr h="0">
                <a:tc>
                  <a:txBody>
                    <a:bodyPr/>
                    <a:lstStyle/>
                    <a:p>
                      <a:pPr algn="just">
                        <a:lnSpc>
                          <a:spcPct val="107000"/>
                        </a:lnSpc>
                        <a:spcAft>
                          <a:spcPts val="800"/>
                        </a:spcAft>
                        <a:buNone/>
                      </a:pPr>
                      <a:r>
                        <a:rPr lang="en-IN" sz="2000" kern="100">
                          <a:effectLst/>
                        </a:rPr>
                        <a:t>(X5,Y3)</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E</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3</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1</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4</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42910770"/>
                  </a:ext>
                </a:extLst>
              </a:tr>
            </a:tbl>
          </a:graphicData>
        </a:graphic>
      </p:graphicFrame>
      <p:pic>
        <p:nvPicPr>
          <p:cNvPr id="5" name="Content Placeholder 3">
            <a:extLst>
              <a:ext uri="{FF2B5EF4-FFF2-40B4-BE49-F238E27FC236}">
                <a16:creationId xmlns:a16="http://schemas.microsoft.com/office/drawing/2014/main" id="{F2A9AD65-E63E-E143-7CD7-59A7E9A9DCD7}"/>
              </a:ext>
            </a:extLst>
          </p:cNvPr>
          <p:cNvPicPr>
            <a:picLocks noChangeAspect="1"/>
          </p:cNvPicPr>
          <p:nvPr/>
        </p:nvPicPr>
        <p:blipFill>
          <a:blip r:embed="rId2"/>
          <a:stretch>
            <a:fillRect/>
          </a:stretch>
        </p:blipFill>
        <p:spPr bwMode="auto">
          <a:xfrm>
            <a:off x="7525869" y="4170410"/>
            <a:ext cx="4656855" cy="2161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6163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9B5EF-A55E-476B-87BC-951EB96E73B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8BB3D5-3AEF-3D5D-6292-DDB6E0F74FA2}"/>
              </a:ext>
            </a:extLst>
          </p:cNvPr>
          <p:cNvSpPr>
            <a:spLocks noGrp="1"/>
          </p:cNvSpPr>
          <p:nvPr>
            <p:ph idx="1"/>
          </p:nvPr>
        </p:nvSpPr>
        <p:spPr>
          <a:xfrm>
            <a:off x="406400" y="1391479"/>
            <a:ext cx="10972800" cy="4734686"/>
          </a:xfrm>
        </p:spPr>
        <p:txBody>
          <a:bodyPr/>
          <a:lstStyle/>
          <a:p>
            <a:r>
              <a:rPr lang="en-IN" b="1" u="sng" dirty="0"/>
              <a:t>Step 7: Expand (X5,Y3)</a:t>
            </a:r>
            <a:endParaRPr lang="en-IN" dirty="0"/>
          </a:p>
          <a:p>
            <a:r>
              <a:rPr lang="en-IN" dirty="0"/>
              <a:t>Valid children:</a:t>
            </a:r>
          </a:p>
          <a:p>
            <a:endParaRPr lang="en-IN" dirty="0"/>
          </a:p>
          <a:p>
            <a:endParaRPr lang="en-IN" dirty="0"/>
          </a:p>
          <a:p>
            <a:endParaRPr lang="en-IN" dirty="0"/>
          </a:p>
          <a:p>
            <a:r>
              <a:rPr lang="en-IN" dirty="0"/>
              <a:t>Choose:</a:t>
            </a:r>
          </a:p>
          <a:p>
            <a:r>
              <a:rPr lang="en-IN" dirty="0"/>
              <a:t>(X5,Y4)</a:t>
            </a:r>
          </a:p>
          <a:p>
            <a:r>
              <a:rPr lang="en-IN" dirty="0"/>
              <a:t>Goal reached.</a:t>
            </a:r>
          </a:p>
          <a:p>
            <a:endParaRPr lang="en-IN" dirty="0"/>
          </a:p>
          <a:p>
            <a:endParaRPr lang="en-IN" dirty="0"/>
          </a:p>
        </p:txBody>
      </p:sp>
      <p:sp>
        <p:nvSpPr>
          <p:cNvPr id="3" name="Content Placeholder 2">
            <a:extLst>
              <a:ext uri="{FF2B5EF4-FFF2-40B4-BE49-F238E27FC236}">
                <a16:creationId xmlns:a16="http://schemas.microsoft.com/office/drawing/2014/main" id="{8E3A8E97-C21E-B0A4-D76B-DE32BFAC5921}"/>
              </a:ext>
            </a:extLst>
          </p:cNvPr>
          <p:cNvSpPr>
            <a:spLocks noGrp="1"/>
          </p:cNvSpPr>
          <p:nvPr>
            <p:ph sz="quarter" idx="10"/>
          </p:nvPr>
        </p:nvSpPr>
        <p:spPr/>
        <p:txBody>
          <a:bodyPr/>
          <a:lstStyle/>
          <a:p>
            <a:r>
              <a:rPr lang="en-US" dirty="0"/>
              <a:t>Solution - </a:t>
            </a:r>
            <a:r>
              <a:rPr lang="en-IN" dirty="0"/>
              <a:t>C) A*</a:t>
            </a:r>
          </a:p>
        </p:txBody>
      </p:sp>
      <p:graphicFrame>
        <p:nvGraphicFramePr>
          <p:cNvPr id="4" name="Table 3">
            <a:extLst>
              <a:ext uri="{FF2B5EF4-FFF2-40B4-BE49-F238E27FC236}">
                <a16:creationId xmlns:a16="http://schemas.microsoft.com/office/drawing/2014/main" id="{F2883E07-A63F-B059-D72C-1245CA01764B}"/>
              </a:ext>
            </a:extLst>
          </p:cNvPr>
          <p:cNvGraphicFramePr>
            <a:graphicFrameLocks noGrp="1"/>
          </p:cNvGraphicFramePr>
          <p:nvPr>
            <p:extLst>
              <p:ext uri="{D42A27DB-BD31-4B8C-83A1-F6EECF244321}">
                <p14:modId xmlns:p14="http://schemas.microsoft.com/office/powerpoint/2010/main" val="3825546186"/>
              </p:ext>
            </p:extLst>
          </p:nvPr>
        </p:nvGraphicFramePr>
        <p:xfrm>
          <a:off x="271669" y="2447675"/>
          <a:ext cx="5824330" cy="987171"/>
        </p:xfrm>
        <a:graphic>
          <a:graphicData uri="http://schemas.openxmlformats.org/drawingml/2006/table">
            <a:tbl>
              <a:tblPr firstRow="1" firstCol="1" bandRow="1">
                <a:tableStyleId>{5C22544A-7EE6-4342-B048-85BDC9FD1C3A}</a:tableStyleId>
              </a:tblPr>
              <a:tblGrid>
                <a:gridCol w="1164866">
                  <a:extLst>
                    <a:ext uri="{9D8B030D-6E8A-4147-A177-3AD203B41FA5}">
                      <a16:colId xmlns:a16="http://schemas.microsoft.com/office/drawing/2014/main" val="1578888290"/>
                    </a:ext>
                  </a:extLst>
                </a:gridCol>
                <a:gridCol w="1164866">
                  <a:extLst>
                    <a:ext uri="{9D8B030D-6E8A-4147-A177-3AD203B41FA5}">
                      <a16:colId xmlns:a16="http://schemas.microsoft.com/office/drawing/2014/main" val="479498912"/>
                    </a:ext>
                  </a:extLst>
                </a:gridCol>
                <a:gridCol w="1164866">
                  <a:extLst>
                    <a:ext uri="{9D8B030D-6E8A-4147-A177-3AD203B41FA5}">
                      <a16:colId xmlns:a16="http://schemas.microsoft.com/office/drawing/2014/main" val="3948506225"/>
                    </a:ext>
                  </a:extLst>
                </a:gridCol>
                <a:gridCol w="1164866">
                  <a:extLst>
                    <a:ext uri="{9D8B030D-6E8A-4147-A177-3AD203B41FA5}">
                      <a16:colId xmlns:a16="http://schemas.microsoft.com/office/drawing/2014/main" val="3412268972"/>
                    </a:ext>
                  </a:extLst>
                </a:gridCol>
                <a:gridCol w="1164866">
                  <a:extLst>
                    <a:ext uri="{9D8B030D-6E8A-4147-A177-3AD203B41FA5}">
                      <a16:colId xmlns:a16="http://schemas.microsoft.com/office/drawing/2014/main" val="2588120869"/>
                    </a:ext>
                  </a:extLst>
                </a:gridCol>
              </a:tblGrid>
              <a:tr h="0">
                <a:tc>
                  <a:txBody>
                    <a:bodyPr/>
                    <a:lstStyle/>
                    <a:p>
                      <a:pPr algn="just">
                        <a:lnSpc>
                          <a:spcPct val="107000"/>
                        </a:lnSpc>
                        <a:spcAft>
                          <a:spcPts val="800"/>
                        </a:spcAft>
                        <a:buNone/>
                      </a:pPr>
                      <a:r>
                        <a:rPr lang="en-IN" sz="2000" kern="100" dirty="0">
                          <a:effectLst/>
                        </a:rPr>
                        <a:t>Child</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Cell</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g(n)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h(n)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f(n)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474928599"/>
                  </a:ext>
                </a:extLst>
              </a:tr>
              <a:tr h="0">
                <a:tc>
                  <a:txBody>
                    <a:bodyPr/>
                    <a:lstStyle/>
                    <a:p>
                      <a:pPr algn="just">
                        <a:lnSpc>
                          <a:spcPct val="107000"/>
                        </a:lnSpc>
                        <a:spcAft>
                          <a:spcPts val="800"/>
                        </a:spcAft>
                        <a:buNone/>
                      </a:pPr>
                      <a:r>
                        <a:rPr lang="en-IN" sz="2000" kern="100" dirty="0">
                          <a:effectLst/>
                        </a:rPr>
                        <a:t>(X5,Y4)</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G</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4</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1</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5</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750874529"/>
                  </a:ext>
                </a:extLst>
              </a:tr>
              <a:tr h="0">
                <a:tc>
                  <a:txBody>
                    <a:bodyPr/>
                    <a:lstStyle/>
                    <a:p>
                      <a:pPr algn="just">
                        <a:lnSpc>
                          <a:spcPct val="107000"/>
                        </a:lnSpc>
                        <a:spcAft>
                          <a:spcPts val="800"/>
                        </a:spcAft>
                        <a:buNone/>
                      </a:pPr>
                      <a:r>
                        <a:rPr lang="en-IN" sz="2000" kern="100" dirty="0">
                          <a:effectLst/>
                        </a:rPr>
                        <a:t>(X4,Y3)</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4</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4</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8</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2352560866"/>
                  </a:ext>
                </a:extLst>
              </a:tr>
            </a:tbl>
          </a:graphicData>
        </a:graphic>
      </p:graphicFrame>
    </p:spTree>
    <p:extLst>
      <p:ext uri="{BB962C8B-B14F-4D97-AF65-F5344CB8AC3E}">
        <p14:creationId xmlns:p14="http://schemas.microsoft.com/office/powerpoint/2010/main" val="40833558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BE851-9B40-9044-4FBD-002C98298FB8}"/>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06F12D3-3A94-403B-2CD9-B337A203D0B1}"/>
              </a:ext>
            </a:extLst>
          </p:cNvPr>
          <p:cNvGraphicFramePr>
            <a:graphicFrameLocks noGrp="1"/>
          </p:cNvGraphicFramePr>
          <p:nvPr>
            <p:ph idx="1"/>
            <p:extLst>
              <p:ext uri="{D42A27DB-BD31-4B8C-83A1-F6EECF244321}">
                <p14:modId xmlns:p14="http://schemas.microsoft.com/office/powerpoint/2010/main" val="1431591530"/>
              </p:ext>
            </p:extLst>
          </p:nvPr>
        </p:nvGraphicFramePr>
        <p:xfrm>
          <a:off x="1800086" y="1695510"/>
          <a:ext cx="6598479" cy="3742767"/>
        </p:xfrm>
        <a:graphic>
          <a:graphicData uri="http://schemas.openxmlformats.org/drawingml/2006/table">
            <a:tbl>
              <a:tblPr firstRow="1" firstCol="1" bandRow="1">
                <a:tableStyleId>{5C22544A-7EE6-4342-B048-85BDC9FD1C3A}</a:tableStyleId>
              </a:tblPr>
              <a:tblGrid>
                <a:gridCol w="2199493">
                  <a:extLst>
                    <a:ext uri="{9D8B030D-6E8A-4147-A177-3AD203B41FA5}">
                      <a16:colId xmlns:a16="http://schemas.microsoft.com/office/drawing/2014/main" val="3263065451"/>
                    </a:ext>
                  </a:extLst>
                </a:gridCol>
                <a:gridCol w="2199493">
                  <a:extLst>
                    <a:ext uri="{9D8B030D-6E8A-4147-A177-3AD203B41FA5}">
                      <a16:colId xmlns:a16="http://schemas.microsoft.com/office/drawing/2014/main" val="2352675081"/>
                    </a:ext>
                  </a:extLst>
                </a:gridCol>
                <a:gridCol w="2199493">
                  <a:extLst>
                    <a:ext uri="{9D8B030D-6E8A-4147-A177-3AD203B41FA5}">
                      <a16:colId xmlns:a16="http://schemas.microsoft.com/office/drawing/2014/main" val="4081778797"/>
                    </a:ext>
                  </a:extLst>
                </a:gridCol>
              </a:tblGrid>
              <a:tr h="415863">
                <a:tc>
                  <a:txBody>
                    <a:bodyPr/>
                    <a:lstStyle/>
                    <a:p>
                      <a:pPr algn="just">
                        <a:lnSpc>
                          <a:spcPct val="107000"/>
                        </a:lnSpc>
                        <a:spcAft>
                          <a:spcPts val="800"/>
                        </a:spcAft>
                        <a:buNone/>
                      </a:pPr>
                      <a:r>
                        <a:rPr lang="en-IN" sz="2000" kern="100" dirty="0">
                          <a:effectLst/>
                        </a:rPr>
                        <a:t>Step</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Cell</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Cost</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2003242095"/>
                  </a:ext>
                </a:extLst>
              </a:tr>
              <a:tr h="415863">
                <a:tc>
                  <a:txBody>
                    <a:bodyPr/>
                    <a:lstStyle/>
                    <a:p>
                      <a:pPr algn="just">
                        <a:lnSpc>
                          <a:spcPct val="107000"/>
                        </a:lnSpc>
                        <a:spcAft>
                          <a:spcPts val="800"/>
                        </a:spcAft>
                        <a:buNone/>
                      </a:pPr>
                      <a:r>
                        <a:rPr lang="en-IN" sz="2000" kern="100" dirty="0">
                          <a:effectLst/>
                        </a:rPr>
                        <a:t>Start</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(X1,Y1) S</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0</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249674314"/>
                  </a:ext>
                </a:extLst>
              </a:tr>
              <a:tr h="415863">
                <a:tc>
                  <a:txBody>
                    <a:bodyPr/>
                    <a:lstStyle/>
                    <a:p>
                      <a:pPr algn="just">
                        <a:lnSpc>
                          <a:spcPct val="107000"/>
                        </a:lnSpc>
                        <a:spcAft>
                          <a:spcPts val="800"/>
                        </a:spcAft>
                        <a:buNone/>
                      </a:pPr>
                      <a:r>
                        <a:rPr lang="en-IN" sz="2000" kern="100" dirty="0">
                          <a:effectLst/>
                        </a:rPr>
                        <a:t>Down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(X2,Y1) 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+1</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167215040"/>
                  </a:ext>
                </a:extLst>
              </a:tr>
              <a:tr h="415863">
                <a:tc>
                  <a:txBody>
                    <a:bodyPr/>
                    <a:lstStyle/>
                    <a:p>
                      <a:pPr algn="just">
                        <a:lnSpc>
                          <a:spcPct val="107000"/>
                        </a:lnSpc>
                        <a:spcAft>
                          <a:spcPts val="800"/>
                        </a:spcAft>
                        <a:buNone/>
                      </a:pPr>
                      <a:r>
                        <a:rPr lang="en-IN" sz="2000" kern="100" dirty="0">
                          <a:effectLst/>
                        </a:rPr>
                        <a:t>Down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(X3,Y1) 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+1</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963290660"/>
                  </a:ext>
                </a:extLst>
              </a:tr>
              <a:tr h="415863">
                <a:tc>
                  <a:txBody>
                    <a:bodyPr/>
                    <a:lstStyle/>
                    <a:p>
                      <a:pPr algn="just">
                        <a:lnSpc>
                          <a:spcPct val="107000"/>
                        </a:lnSpc>
                        <a:spcAft>
                          <a:spcPts val="800"/>
                        </a:spcAft>
                        <a:buNone/>
                      </a:pPr>
                      <a:r>
                        <a:rPr lang="en-IN" sz="2000" kern="100">
                          <a:effectLst/>
                        </a:rPr>
                        <a:t>Right</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(X3,Y2) 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+1</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283566372"/>
                  </a:ext>
                </a:extLst>
              </a:tr>
              <a:tr h="415863">
                <a:tc>
                  <a:txBody>
                    <a:bodyPr/>
                    <a:lstStyle/>
                    <a:p>
                      <a:pPr algn="just">
                        <a:lnSpc>
                          <a:spcPct val="107000"/>
                        </a:lnSpc>
                        <a:spcAft>
                          <a:spcPts val="800"/>
                        </a:spcAft>
                        <a:buNone/>
                      </a:pPr>
                      <a:r>
                        <a:rPr lang="en-IN" sz="2000" kern="100">
                          <a:effectLst/>
                        </a:rPr>
                        <a:t>Down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(X4,Y2) 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+1</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062837543"/>
                  </a:ext>
                </a:extLst>
              </a:tr>
              <a:tr h="415863">
                <a:tc>
                  <a:txBody>
                    <a:bodyPr/>
                    <a:lstStyle/>
                    <a:p>
                      <a:pPr algn="just">
                        <a:lnSpc>
                          <a:spcPct val="107000"/>
                        </a:lnSpc>
                        <a:spcAft>
                          <a:spcPts val="800"/>
                        </a:spcAft>
                        <a:buNone/>
                      </a:pPr>
                      <a:r>
                        <a:rPr lang="en-IN" sz="2000" kern="100">
                          <a:effectLst/>
                        </a:rPr>
                        <a:t>Down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(X5,Y2) 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+1</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883754616"/>
                  </a:ext>
                </a:extLst>
              </a:tr>
              <a:tr h="415863">
                <a:tc>
                  <a:txBody>
                    <a:bodyPr/>
                    <a:lstStyle/>
                    <a:p>
                      <a:pPr algn="just">
                        <a:lnSpc>
                          <a:spcPct val="107000"/>
                        </a:lnSpc>
                        <a:spcAft>
                          <a:spcPts val="800"/>
                        </a:spcAft>
                        <a:buNone/>
                      </a:pPr>
                      <a:r>
                        <a:rPr lang="en-IN" sz="2000" kern="100">
                          <a:effectLst/>
                        </a:rPr>
                        <a:t>Right</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(X5,Y3) E</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-2</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40659713"/>
                  </a:ext>
                </a:extLst>
              </a:tr>
              <a:tr h="415863">
                <a:tc>
                  <a:txBody>
                    <a:bodyPr/>
                    <a:lstStyle/>
                    <a:p>
                      <a:pPr algn="just">
                        <a:lnSpc>
                          <a:spcPct val="107000"/>
                        </a:lnSpc>
                        <a:spcAft>
                          <a:spcPts val="800"/>
                        </a:spcAft>
                        <a:buNone/>
                      </a:pPr>
                      <a:r>
                        <a:rPr lang="en-IN" sz="2000" kern="100">
                          <a:effectLst/>
                        </a:rPr>
                        <a:t>Right</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a:effectLst/>
                        </a:rPr>
                        <a:t>(X5,Y4) G</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gn="just">
                        <a:lnSpc>
                          <a:spcPct val="107000"/>
                        </a:lnSpc>
                        <a:spcAft>
                          <a:spcPts val="800"/>
                        </a:spcAft>
                        <a:buNone/>
                      </a:pPr>
                      <a:r>
                        <a:rPr lang="en-IN" sz="2000" kern="100" dirty="0">
                          <a:effectLst/>
                        </a:rPr>
                        <a:t>+1</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375814851"/>
                  </a:ext>
                </a:extLst>
              </a:tr>
            </a:tbl>
          </a:graphicData>
        </a:graphic>
      </p:graphicFrame>
      <p:sp>
        <p:nvSpPr>
          <p:cNvPr id="3" name="Content Placeholder 2">
            <a:extLst>
              <a:ext uri="{FF2B5EF4-FFF2-40B4-BE49-F238E27FC236}">
                <a16:creationId xmlns:a16="http://schemas.microsoft.com/office/drawing/2014/main" id="{F70716ED-B930-1422-D726-B993E6803C82}"/>
              </a:ext>
            </a:extLst>
          </p:cNvPr>
          <p:cNvSpPr>
            <a:spLocks noGrp="1"/>
          </p:cNvSpPr>
          <p:nvPr>
            <p:ph sz="quarter" idx="10"/>
          </p:nvPr>
        </p:nvSpPr>
        <p:spPr/>
        <p:txBody>
          <a:bodyPr/>
          <a:lstStyle/>
          <a:p>
            <a:r>
              <a:rPr lang="en-US" dirty="0"/>
              <a:t>Solution - </a:t>
            </a:r>
            <a:r>
              <a:rPr lang="en-IN" dirty="0"/>
              <a:t>C) A*</a:t>
            </a:r>
          </a:p>
        </p:txBody>
      </p:sp>
      <p:sp>
        <p:nvSpPr>
          <p:cNvPr id="6" name="TextBox 5">
            <a:extLst>
              <a:ext uri="{FF2B5EF4-FFF2-40B4-BE49-F238E27FC236}">
                <a16:creationId xmlns:a16="http://schemas.microsoft.com/office/drawing/2014/main" id="{67D0C134-3ACC-23ED-8111-5ECF7D292DAC}"/>
              </a:ext>
            </a:extLst>
          </p:cNvPr>
          <p:cNvSpPr txBox="1"/>
          <p:nvPr/>
        </p:nvSpPr>
        <p:spPr>
          <a:xfrm>
            <a:off x="1800086" y="1295400"/>
            <a:ext cx="6097656" cy="400110"/>
          </a:xfrm>
          <a:prstGeom prst="rect">
            <a:avLst/>
          </a:prstGeom>
          <a:noFill/>
        </p:spPr>
        <p:txBody>
          <a:bodyPr wrap="square">
            <a:spAutoFit/>
          </a:bodyPr>
          <a:lstStyle/>
          <a:p>
            <a:r>
              <a:rPr lang="en-IN" sz="2000" b="1" dirty="0"/>
              <a:t>Final path cost</a:t>
            </a:r>
            <a:endParaRPr lang="en-IN" sz="2000" dirty="0"/>
          </a:p>
        </p:txBody>
      </p:sp>
      <p:sp>
        <p:nvSpPr>
          <p:cNvPr id="8" name="TextBox 7">
            <a:extLst>
              <a:ext uri="{FF2B5EF4-FFF2-40B4-BE49-F238E27FC236}">
                <a16:creationId xmlns:a16="http://schemas.microsoft.com/office/drawing/2014/main" id="{30380A1A-CD41-42B7-6E95-D931C4420A95}"/>
              </a:ext>
            </a:extLst>
          </p:cNvPr>
          <p:cNvSpPr txBox="1"/>
          <p:nvPr/>
        </p:nvSpPr>
        <p:spPr>
          <a:xfrm>
            <a:off x="556591" y="5438277"/>
            <a:ext cx="10575235" cy="1166666"/>
          </a:xfrm>
          <a:prstGeom prst="rect">
            <a:avLst/>
          </a:prstGeom>
          <a:noFill/>
        </p:spPr>
        <p:txBody>
          <a:bodyPr wrap="square">
            <a:spAutoFit/>
          </a:bodyPr>
          <a:lstStyle/>
          <a:p>
            <a:pPr algn="just">
              <a:lnSpc>
                <a:spcPct val="107000"/>
              </a:lnSpc>
              <a:spcAft>
                <a:spcPts val="800"/>
              </a:spcAft>
              <a:buNone/>
            </a:pPr>
            <a:r>
              <a:rPr lang="en-IN" sz="1800" kern="100" dirty="0">
                <a:solidFill>
                  <a:srgbClr val="0070C0"/>
                </a:solidFill>
                <a:effectLst/>
                <a:latin typeface="Times New Roman" panose="02020603050405020304" pitchFamily="18" charset="0"/>
                <a:ea typeface="Calibri" panose="020F0502020204030204" pitchFamily="34" charset="0"/>
                <a:cs typeface="Times" panose="02020603050405020304" pitchFamily="18" charset="0"/>
              </a:rPr>
              <a:t>Total cost=0+1+1+1+1+1−2+1=4</a:t>
            </a:r>
            <a:endParaRPr lang="en-IN" sz="18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p>
            <a:pPr algn="just">
              <a:lnSpc>
                <a:spcPct val="107000"/>
              </a:lnSpc>
              <a:spcAft>
                <a:spcPts val="800"/>
              </a:spcAft>
              <a:buNone/>
            </a:pPr>
            <a:r>
              <a:rPr lang="en-IN" sz="1800" kern="100" dirty="0">
                <a:solidFill>
                  <a:srgbClr val="0070C0"/>
                </a:solidFill>
                <a:effectLst/>
                <a:latin typeface="Times New Roman" panose="02020603050405020304" pitchFamily="18" charset="0"/>
                <a:ea typeface="Calibri" panose="020F0502020204030204" pitchFamily="34" charset="0"/>
                <a:cs typeface="Times" panose="02020603050405020304" pitchFamily="18" charset="0"/>
              </a:rPr>
              <a:t>Therefore, the path  is:</a:t>
            </a:r>
            <a:endParaRPr lang="en-IN" sz="18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p>
            <a:pPr algn="just">
              <a:lnSpc>
                <a:spcPct val="107000"/>
              </a:lnSpc>
              <a:spcAft>
                <a:spcPts val="800"/>
              </a:spcAft>
              <a:buNone/>
            </a:pPr>
            <a:r>
              <a:rPr lang="en-IN" sz="1800" kern="100" dirty="0">
                <a:solidFill>
                  <a:srgbClr val="0070C0"/>
                </a:solidFill>
                <a:effectLst/>
                <a:latin typeface="Times New Roman" panose="02020603050405020304" pitchFamily="18" charset="0"/>
                <a:ea typeface="Calibri" panose="020F0502020204030204" pitchFamily="34" charset="0"/>
                <a:cs typeface="Times" panose="02020603050405020304" pitchFamily="18" charset="0"/>
              </a:rPr>
              <a:t>(X1,Y1)→(X2,Y1)→(X3,Y1)→(X3,Y2)→(X4,Y2)→(X5,Y2)→(X5,Y3)→(X5,Y4)</a:t>
            </a:r>
            <a:endParaRPr lang="en-IN" sz="18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p:txBody>
      </p:sp>
    </p:spTree>
    <p:extLst>
      <p:ext uri="{BB962C8B-B14F-4D97-AF65-F5344CB8AC3E}">
        <p14:creationId xmlns:p14="http://schemas.microsoft.com/office/powerpoint/2010/main" val="3261901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7147B-1CE6-AB3E-2D0A-ABD996A115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6B4870-FDFB-B24D-7777-F9950F8639BF}"/>
              </a:ext>
            </a:extLst>
          </p:cNvPr>
          <p:cNvSpPr>
            <a:spLocks noGrp="1"/>
          </p:cNvSpPr>
          <p:nvPr>
            <p:ph idx="1"/>
          </p:nvPr>
        </p:nvSpPr>
        <p:spPr/>
        <p:txBody>
          <a:bodyPr/>
          <a:lstStyle/>
          <a:p>
            <a:r>
              <a:rPr lang="en-IN" b="1" u="sng" dirty="0"/>
              <a:t>Question 2: </a:t>
            </a:r>
            <a:endParaRPr lang="en-IN" dirty="0"/>
          </a:p>
          <a:p>
            <a:r>
              <a:rPr lang="en-IN" dirty="0"/>
              <a:t>A large supermarket chain wants to implement an Autonomous Checkout System where customers can pick items and walk out without scanning them manually. The system uses cameras, weight sensors, and RFID scanners to track selected items, update the bill, and charge customers automatically through a mobile app.</a:t>
            </a:r>
          </a:p>
          <a:p>
            <a:r>
              <a:rPr lang="en-IN" dirty="0"/>
              <a:t>a. Provide the complete problem formulation.</a:t>
            </a:r>
          </a:p>
          <a:p>
            <a:r>
              <a:rPr lang="en-IN" dirty="0"/>
              <a:t>b. Provide the PEAS description.</a:t>
            </a:r>
          </a:p>
          <a:p>
            <a:r>
              <a:rPr lang="en-IN" dirty="0"/>
              <a:t>c. Identify the various dimensions of the task environment with appropriate justification for each. </a:t>
            </a:r>
          </a:p>
          <a:p>
            <a:endParaRPr lang="en-IN" dirty="0"/>
          </a:p>
        </p:txBody>
      </p:sp>
      <p:sp>
        <p:nvSpPr>
          <p:cNvPr id="3" name="Content Placeholder 2">
            <a:extLst>
              <a:ext uri="{FF2B5EF4-FFF2-40B4-BE49-F238E27FC236}">
                <a16:creationId xmlns:a16="http://schemas.microsoft.com/office/drawing/2014/main" id="{3DB099CF-0086-A3A3-A257-BF98E6A5E0F9}"/>
              </a:ext>
            </a:extLst>
          </p:cNvPr>
          <p:cNvSpPr>
            <a:spLocks noGrp="1"/>
          </p:cNvSpPr>
          <p:nvPr>
            <p:ph sz="quarter" idx="10"/>
          </p:nvPr>
        </p:nvSpPr>
        <p:spPr/>
        <p:txBody>
          <a:bodyPr/>
          <a:lstStyle/>
          <a:p>
            <a:r>
              <a:rPr lang="en-IN" dirty="0"/>
              <a:t>PEAS and Environment example</a:t>
            </a:r>
          </a:p>
        </p:txBody>
      </p:sp>
    </p:spTree>
    <p:extLst>
      <p:ext uri="{BB962C8B-B14F-4D97-AF65-F5344CB8AC3E}">
        <p14:creationId xmlns:p14="http://schemas.microsoft.com/office/powerpoint/2010/main" val="26962991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4569A-D861-D2E1-4140-38756161E90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1400BD-F82B-8D61-FF2D-140D801BE83A}"/>
              </a:ext>
            </a:extLst>
          </p:cNvPr>
          <p:cNvSpPr>
            <a:spLocks noGrp="1"/>
          </p:cNvSpPr>
          <p:nvPr>
            <p:ph idx="1"/>
          </p:nvPr>
        </p:nvSpPr>
        <p:spPr/>
        <p:txBody>
          <a:bodyPr/>
          <a:lstStyle/>
          <a:p>
            <a:r>
              <a:rPr lang="en-IN" dirty="0"/>
              <a:t>A supermarket wants an intelligent system that can automatically identify the items picked by customers, update their shopping bill in real time, and charge them when they leave the store, without manual barcode scanning or cashier involvement.</a:t>
            </a:r>
          </a:p>
          <a:p>
            <a:r>
              <a:rPr lang="en-IN" b="1" dirty="0"/>
              <a:t>Initial State</a:t>
            </a:r>
            <a:endParaRPr lang="en-IN" dirty="0"/>
          </a:p>
          <a:p>
            <a:r>
              <a:rPr lang="en-IN" dirty="0"/>
              <a:t>The customer enters the supermarket and authenticates through the mobile app.</a:t>
            </a:r>
          </a:p>
          <a:p>
            <a:endParaRPr lang="en-IN" dirty="0"/>
          </a:p>
        </p:txBody>
      </p:sp>
      <p:sp>
        <p:nvSpPr>
          <p:cNvPr id="3" name="Content Placeholder 2">
            <a:extLst>
              <a:ext uri="{FF2B5EF4-FFF2-40B4-BE49-F238E27FC236}">
                <a16:creationId xmlns:a16="http://schemas.microsoft.com/office/drawing/2014/main" id="{0DE52CA0-8296-35CD-E853-F080736007C0}"/>
              </a:ext>
            </a:extLst>
          </p:cNvPr>
          <p:cNvSpPr>
            <a:spLocks noGrp="1"/>
          </p:cNvSpPr>
          <p:nvPr>
            <p:ph sz="quarter" idx="10"/>
          </p:nvPr>
        </p:nvSpPr>
        <p:spPr/>
        <p:txBody>
          <a:bodyPr/>
          <a:lstStyle/>
          <a:p>
            <a:r>
              <a:rPr lang="en-IN" dirty="0"/>
              <a:t>Problem formulation, PEAS and Environment example</a:t>
            </a:r>
          </a:p>
        </p:txBody>
      </p:sp>
    </p:spTree>
    <p:extLst>
      <p:ext uri="{BB962C8B-B14F-4D97-AF65-F5344CB8AC3E}">
        <p14:creationId xmlns:p14="http://schemas.microsoft.com/office/powerpoint/2010/main" val="228763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F5056-6396-9181-1EB8-5DAB042CAEA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BF0191-56C6-217F-B961-D632B6E87B3C}"/>
              </a:ext>
            </a:extLst>
          </p:cNvPr>
          <p:cNvSpPr>
            <a:spLocks noGrp="1"/>
          </p:cNvSpPr>
          <p:nvPr>
            <p:ph idx="1"/>
          </p:nvPr>
        </p:nvSpPr>
        <p:spPr/>
        <p:txBody>
          <a:bodyPr/>
          <a:lstStyle/>
          <a:p>
            <a:r>
              <a:rPr lang="en-IN" b="1" dirty="0"/>
              <a:t>Initial conditions:</a:t>
            </a:r>
            <a:endParaRPr lang="en-IN" dirty="0"/>
          </a:p>
          <a:p>
            <a:pPr lvl="0"/>
            <a:r>
              <a:rPr lang="en-IN" dirty="0"/>
              <a:t>Customer is identified</a:t>
            </a:r>
          </a:p>
          <a:p>
            <a:pPr lvl="0"/>
            <a:r>
              <a:rPr lang="en-IN" dirty="0"/>
              <a:t>Shopping cart/basket is empty</a:t>
            </a:r>
          </a:p>
          <a:p>
            <a:pPr lvl="0"/>
            <a:r>
              <a:rPr lang="en-IN" dirty="0"/>
              <a:t>Bill amount = 0</a:t>
            </a:r>
          </a:p>
          <a:p>
            <a:pPr lvl="0"/>
            <a:r>
              <a:rPr lang="en-IN" dirty="0"/>
              <a:t>Customer location = store entrance</a:t>
            </a:r>
          </a:p>
          <a:p>
            <a:pPr lvl="0"/>
            <a:r>
              <a:rPr lang="en-IN" dirty="0"/>
              <a:t>All store shelves have known item positions and inventory counts</a:t>
            </a:r>
          </a:p>
          <a:p>
            <a:pPr lvl="0"/>
            <a:r>
              <a:rPr lang="en-IN" dirty="0"/>
              <a:t>Payment method is linked to the customer account</a:t>
            </a:r>
          </a:p>
          <a:p>
            <a:endParaRPr lang="en-IN" dirty="0"/>
          </a:p>
        </p:txBody>
      </p:sp>
      <p:sp>
        <p:nvSpPr>
          <p:cNvPr id="3" name="Content Placeholder 2">
            <a:extLst>
              <a:ext uri="{FF2B5EF4-FFF2-40B4-BE49-F238E27FC236}">
                <a16:creationId xmlns:a16="http://schemas.microsoft.com/office/drawing/2014/main" id="{4C9A5BFE-2055-023A-155E-3561E1113BA2}"/>
              </a:ext>
            </a:extLst>
          </p:cNvPr>
          <p:cNvSpPr>
            <a:spLocks noGrp="1"/>
          </p:cNvSpPr>
          <p:nvPr>
            <p:ph sz="quarter" idx="10"/>
          </p:nvPr>
        </p:nvSpPr>
        <p:spPr/>
        <p:txBody>
          <a:bodyPr/>
          <a:lstStyle/>
          <a:p>
            <a:r>
              <a:rPr lang="en-IN" dirty="0"/>
              <a:t>Problem formulation</a:t>
            </a:r>
          </a:p>
        </p:txBody>
      </p:sp>
    </p:spTree>
    <p:extLst>
      <p:ext uri="{BB962C8B-B14F-4D97-AF65-F5344CB8AC3E}">
        <p14:creationId xmlns:p14="http://schemas.microsoft.com/office/powerpoint/2010/main" val="1163480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CA2086-F290-CC78-574C-900E05445163}"/>
              </a:ext>
            </a:extLst>
          </p:cNvPr>
          <p:cNvSpPr>
            <a:spLocks noGrp="1"/>
          </p:cNvSpPr>
          <p:nvPr>
            <p:ph idx="1"/>
          </p:nvPr>
        </p:nvSpPr>
        <p:spPr/>
        <p:txBody>
          <a:bodyPr/>
          <a:lstStyle/>
          <a:p>
            <a:r>
              <a:rPr lang="en-IN" b="1" dirty="0"/>
              <a:t>Goal State</a:t>
            </a:r>
            <a:endParaRPr lang="en-IN" dirty="0"/>
          </a:p>
          <a:p>
            <a:r>
              <a:rPr lang="en-IN" dirty="0"/>
              <a:t>The customer exits the store, and the system has:</a:t>
            </a:r>
          </a:p>
          <a:p>
            <a:pPr lvl="0"/>
            <a:r>
              <a:rPr lang="en-IN" dirty="0"/>
              <a:t>Correctly identified all items taken by the customer</a:t>
            </a:r>
          </a:p>
          <a:p>
            <a:pPr lvl="0"/>
            <a:r>
              <a:rPr lang="en-IN" dirty="0"/>
              <a:t>Removed items that were returned to shelves</a:t>
            </a:r>
          </a:p>
          <a:p>
            <a:pPr lvl="0"/>
            <a:r>
              <a:rPr lang="en-IN" dirty="0"/>
              <a:t>Generated the final bill</a:t>
            </a:r>
          </a:p>
          <a:p>
            <a:pPr lvl="0"/>
            <a:r>
              <a:rPr lang="en-IN" dirty="0"/>
              <a:t>Charged the customer automatically</a:t>
            </a:r>
          </a:p>
          <a:p>
            <a:pPr lvl="0"/>
            <a:r>
              <a:rPr lang="en-IN" dirty="0"/>
              <a:t>Updated store inventory</a:t>
            </a:r>
          </a:p>
          <a:p>
            <a:pPr lvl="0"/>
            <a:r>
              <a:rPr lang="en-IN" dirty="0"/>
              <a:t>Sent receipt to the customer</a:t>
            </a:r>
          </a:p>
          <a:p>
            <a:endParaRPr lang="en-IN" dirty="0"/>
          </a:p>
        </p:txBody>
      </p:sp>
      <p:sp>
        <p:nvSpPr>
          <p:cNvPr id="3" name="Content Placeholder 2">
            <a:extLst>
              <a:ext uri="{FF2B5EF4-FFF2-40B4-BE49-F238E27FC236}">
                <a16:creationId xmlns:a16="http://schemas.microsoft.com/office/drawing/2014/main" id="{2D3CB5EA-D46A-B43A-A1FE-06C280A4B212}"/>
              </a:ext>
            </a:extLst>
          </p:cNvPr>
          <p:cNvSpPr>
            <a:spLocks noGrp="1"/>
          </p:cNvSpPr>
          <p:nvPr>
            <p:ph sz="quarter" idx="10"/>
          </p:nvPr>
        </p:nvSpPr>
        <p:spPr/>
        <p:txBody>
          <a:bodyPr/>
          <a:lstStyle/>
          <a:p>
            <a:r>
              <a:rPr lang="en-IN" dirty="0"/>
              <a:t>Problem formulation</a:t>
            </a:r>
          </a:p>
        </p:txBody>
      </p:sp>
    </p:spTree>
    <p:extLst>
      <p:ext uri="{BB962C8B-B14F-4D97-AF65-F5344CB8AC3E}">
        <p14:creationId xmlns:p14="http://schemas.microsoft.com/office/powerpoint/2010/main" val="3299805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0D776-07D3-DD19-D0DD-4626EF2454B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748BEA2-48E8-D81D-EBBD-D40A8F3D7318}"/>
              </a:ext>
            </a:extLst>
          </p:cNvPr>
          <p:cNvSpPr>
            <a:spLocks noGrp="1"/>
          </p:cNvSpPr>
          <p:nvPr>
            <p:ph idx="1"/>
          </p:nvPr>
        </p:nvSpPr>
        <p:spPr>
          <a:xfrm>
            <a:off x="406400" y="1295400"/>
            <a:ext cx="10972800" cy="5254487"/>
          </a:xfrm>
        </p:spPr>
        <p:txBody>
          <a:bodyPr/>
          <a:lstStyle/>
          <a:p>
            <a:r>
              <a:rPr lang="en-IN" b="1" dirty="0"/>
              <a:t>State Space</a:t>
            </a:r>
            <a:endParaRPr lang="en-IN" dirty="0"/>
          </a:p>
          <a:p>
            <a:r>
              <a:rPr lang="en-IN" dirty="0"/>
              <a:t>A state represents the current situation of the supermarket checkout process. It may include:</a:t>
            </a:r>
          </a:p>
          <a:p>
            <a:pPr lvl="0"/>
            <a:r>
              <a:rPr lang="en-IN" dirty="0"/>
              <a:t>Customer ID</a:t>
            </a:r>
          </a:p>
          <a:p>
            <a:pPr lvl="0"/>
            <a:r>
              <a:rPr lang="en-IN" dirty="0"/>
              <a:t>Customer location inside the store</a:t>
            </a:r>
          </a:p>
          <a:p>
            <a:pPr lvl="0"/>
            <a:r>
              <a:rPr lang="en-IN" dirty="0"/>
              <a:t>Items currently picked by the customer</a:t>
            </a:r>
          </a:p>
          <a:p>
            <a:pPr lvl="0"/>
            <a:r>
              <a:rPr lang="en-IN" dirty="0"/>
              <a:t>Items returned by the customer</a:t>
            </a:r>
          </a:p>
          <a:p>
            <a:pPr lvl="0"/>
            <a:r>
              <a:rPr lang="en-IN" dirty="0"/>
              <a:t>Shelf inventory status</a:t>
            </a:r>
          </a:p>
          <a:p>
            <a:pPr lvl="0"/>
            <a:r>
              <a:rPr lang="en-IN" dirty="0"/>
              <a:t>Sensor readings from cameras, RFID scanners, and weight sensors</a:t>
            </a:r>
          </a:p>
          <a:p>
            <a:pPr lvl="0"/>
            <a:r>
              <a:rPr lang="en-IN" dirty="0"/>
              <a:t>Current bill amount</a:t>
            </a:r>
          </a:p>
          <a:p>
            <a:pPr lvl="0"/>
            <a:r>
              <a:rPr lang="en-IN" dirty="0"/>
              <a:t>Payment status</a:t>
            </a:r>
          </a:p>
          <a:p>
            <a:pPr lvl="0"/>
            <a:r>
              <a:rPr lang="en-IN" dirty="0"/>
              <a:t>Exit status</a:t>
            </a:r>
          </a:p>
          <a:p>
            <a:endParaRPr lang="en-IN" dirty="0"/>
          </a:p>
        </p:txBody>
      </p:sp>
      <p:sp>
        <p:nvSpPr>
          <p:cNvPr id="3" name="Content Placeholder 2">
            <a:extLst>
              <a:ext uri="{FF2B5EF4-FFF2-40B4-BE49-F238E27FC236}">
                <a16:creationId xmlns:a16="http://schemas.microsoft.com/office/drawing/2014/main" id="{3C67E6DE-C118-4E37-67B0-C5795B3C883C}"/>
              </a:ext>
            </a:extLst>
          </p:cNvPr>
          <p:cNvSpPr>
            <a:spLocks noGrp="1"/>
          </p:cNvSpPr>
          <p:nvPr>
            <p:ph sz="quarter" idx="10"/>
          </p:nvPr>
        </p:nvSpPr>
        <p:spPr/>
        <p:txBody>
          <a:bodyPr/>
          <a:lstStyle/>
          <a:p>
            <a:r>
              <a:rPr lang="en-IN" dirty="0"/>
              <a:t>Problem formulation</a:t>
            </a:r>
          </a:p>
        </p:txBody>
      </p:sp>
    </p:spTree>
    <p:extLst>
      <p:ext uri="{BB962C8B-B14F-4D97-AF65-F5344CB8AC3E}">
        <p14:creationId xmlns:p14="http://schemas.microsoft.com/office/powerpoint/2010/main" val="42818372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A5BBB-F418-EDCF-D020-B453A0E87A2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C599B4-BFC1-883C-4564-20753FD0CD98}"/>
              </a:ext>
            </a:extLst>
          </p:cNvPr>
          <p:cNvSpPr>
            <a:spLocks noGrp="1"/>
          </p:cNvSpPr>
          <p:nvPr>
            <p:ph idx="1"/>
          </p:nvPr>
        </p:nvSpPr>
        <p:spPr/>
        <p:txBody>
          <a:bodyPr/>
          <a:lstStyle/>
          <a:p>
            <a:r>
              <a:rPr lang="en-IN" dirty="0"/>
              <a:t>Example state:</a:t>
            </a:r>
          </a:p>
          <a:p>
            <a:pPr lvl="0"/>
            <a:r>
              <a:rPr lang="en-IN" dirty="0"/>
              <a:t>Customer C101 is near Shelf A.</a:t>
            </a:r>
          </a:p>
          <a:p>
            <a:pPr lvl="0"/>
            <a:r>
              <a:rPr lang="en-IN" dirty="0"/>
              <a:t>Customer has picked Milk and Bread.</a:t>
            </a:r>
          </a:p>
          <a:p>
            <a:pPr lvl="0"/>
            <a:r>
              <a:rPr lang="en-IN" dirty="0"/>
              <a:t>Milk shelf weight decreased by one unit.</a:t>
            </a:r>
          </a:p>
          <a:p>
            <a:pPr lvl="0"/>
            <a:r>
              <a:rPr lang="en-IN" dirty="0"/>
              <a:t>RFID tag for Bread detected in customer basket.</a:t>
            </a:r>
          </a:p>
          <a:p>
            <a:pPr lvl="0"/>
            <a:r>
              <a:rPr lang="en-IN" dirty="0"/>
              <a:t>Current bill = ₹120.</a:t>
            </a:r>
          </a:p>
          <a:p>
            <a:endParaRPr lang="en-IN" dirty="0"/>
          </a:p>
        </p:txBody>
      </p:sp>
      <p:sp>
        <p:nvSpPr>
          <p:cNvPr id="3" name="Content Placeholder 2">
            <a:extLst>
              <a:ext uri="{FF2B5EF4-FFF2-40B4-BE49-F238E27FC236}">
                <a16:creationId xmlns:a16="http://schemas.microsoft.com/office/drawing/2014/main" id="{95FBB520-8C83-6EA2-5167-C0476925A3E0}"/>
              </a:ext>
            </a:extLst>
          </p:cNvPr>
          <p:cNvSpPr>
            <a:spLocks noGrp="1"/>
          </p:cNvSpPr>
          <p:nvPr>
            <p:ph sz="quarter" idx="10"/>
          </p:nvPr>
        </p:nvSpPr>
        <p:spPr/>
        <p:txBody>
          <a:bodyPr/>
          <a:lstStyle/>
          <a:p>
            <a:r>
              <a:rPr lang="en-IN" dirty="0"/>
              <a:t>Problem formulation</a:t>
            </a:r>
          </a:p>
        </p:txBody>
      </p:sp>
    </p:spTree>
    <p:extLst>
      <p:ext uri="{BB962C8B-B14F-4D97-AF65-F5344CB8AC3E}">
        <p14:creationId xmlns:p14="http://schemas.microsoft.com/office/powerpoint/2010/main" val="8015086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29505-C0F9-A448-0FE2-9551183C590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11A59F-C99A-A7C1-4AD4-B9E4948FB1D7}"/>
              </a:ext>
            </a:extLst>
          </p:cNvPr>
          <p:cNvSpPr>
            <a:spLocks noGrp="1"/>
          </p:cNvSpPr>
          <p:nvPr>
            <p:ph idx="1"/>
          </p:nvPr>
        </p:nvSpPr>
        <p:spPr>
          <a:xfrm>
            <a:off x="485913" y="1421296"/>
            <a:ext cx="10972800" cy="4525963"/>
          </a:xfrm>
        </p:spPr>
        <p:txBody>
          <a:bodyPr/>
          <a:lstStyle/>
          <a:p>
            <a:r>
              <a:rPr lang="en-IN" sz="2000" b="1" dirty="0"/>
              <a:t>Actions</a:t>
            </a:r>
            <a:endParaRPr lang="en-IN" sz="2000" dirty="0"/>
          </a:p>
          <a:p>
            <a:r>
              <a:rPr lang="en-IN" sz="2000" dirty="0"/>
              <a:t>The system and customer actions include:</a:t>
            </a:r>
          </a:p>
          <a:p>
            <a:r>
              <a:rPr lang="en-IN" sz="2000" dirty="0"/>
              <a:t>Customer enters store</a:t>
            </a:r>
            <a:br>
              <a:rPr lang="en-IN" sz="2000" dirty="0"/>
            </a:br>
            <a:r>
              <a:rPr lang="en-IN" sz="2000" dirty="0"/>
              <a:t>Customer picks an item</a:t>
            </a:r>
            <a:br>
              <a:rPr lang="en-IN" sz="2000" dirty="0"/>
            </a:br>
            <a:r>
              <a:rPr lang="en-IN" sz="2000" dirty="0"/>
              <a:t>Customer returns an item</a:t>
            </a:r>
            <a:br>
              <a:rPr lang="en-IN" sz="2000" dirty="0"/>
            </a:br>
            <a:r>
              <a:rPr lang="en-IN" sz="2000" dirty="0"/>
              <a:t>Customer moves between aisles</a:t>
            </a:r>
            <a:br>
              <a:rPr lang="en-IN" sz="2000" dirty="0"/>
            </a:br>
            <a:r>
              <a:rPr lang="en-IN" sz="2000" dirty="0"/>
              <a:t>System detects item using cameras, sensors, or RFID</a:t>
            </a:r>
            <a:br>
              <a:rPr lang="en-IN" sz="2000" dirty="0"/>
            </a:br>
            <a:r>
              <a:rPr lang="en-IN" sz="2000" dirty="0"/>
              <a:t>System updates cart</a:t>
            </a:r>
            <a:br>
              <a:rPr lang="en-IN" sz="2000" dirty="0"/>
            </a:br>
            <a:r>
              <a:rPr lang="en-IN" sz="2000" dirty="0"/>
              <a:t>System recalculates bill</a:t>
            </a:r>
            <a:br>
              <a:rPr lang="en-IN" sz="2000" dirty="0"/>
            </a:br>
            <a:r>
              <a:rPr lang="en-IN" sz="2000" dirty="0"/>
              <a:t>Customer exits store</a:t>
            </a:r>
            <a:br>
              <a:rPr lang="en-IN" sz="2000" dirty="0"/>
            </a:br>
            <a:r>
              <a:rPr lang="en-IN" sz="2000" dirty="0"/>
              <a:t>System verifies cart</a:t>
            </a:r>
            <a:br>
              <a:rPr lang="en-IN" sz="2000" dirty="0"/>
            </a:br>
            <a:r>
              <a:rPr lang="en-IN" sz="2000" dirty="0"/>
              <a:t>System charges customer</a:t>
            </a:r>
            <a:br>
              <a:rPr lang="en-IN" sz="2000" dirty="0"/>
            </a:br>
            <a:r>
              <a:rPr lang="en-IN" sz="2000" dirty="0"/>
              <a:t>System updates inventory</a:t>
            </a:r>
            <a:br>
              <a:rPr lang="en-IN" sz="2000" dirty="0"/>
            </a:br>
            <a:r>
              <a:rPr lang="en-IN" sz="2000" dirty="0"/>
              <a:t>System sends receipt</a:t>
            </a:r>
            <a:br>
              <a:rPr lang="en-IN" sz="2000" dirty="0"/>
            </a:br>
            <a:r>
              <a:rPr lang="en-IN" sz="2000" dirty="0"/>
              <a:t>System raises alert if uncertainty or fraud is detected</a:t>
            </a:r>
          </a:p>
          <a:p>
            <a:endParaRPr lang="en-IN" dirty="0"/>
          </a:p>
        </p:txBody>
      </p:sp>
      <p:sp>
        <p:nvSpPr>
          <p:cNvPr id="3" name="Content Placeholder 2">
            <a:extLst>
              <a:ext uri="{FF2B5EF4-FFF2-40B4-BE49-F238E27FC236}">
                <a16:creationId xmlns:a16="http://schemas.microsoft.com/office/drawing/2014/main" id="{01AF45EF-AFD0-412F-27F6-E89938170FBE}"/>
              </a:ext>
            </a:extLst>
          </p:cNvPr>
          <p:cNvSpPr>
            <a:spLocks noGrp="1"/>
          </p:cNvSpPr>
          <p:nvPr>
            <p:ph sz="quarter" idx="10"/>
          </p:nvPr>
        </p:nvSpPr>
        <p:spPr/>
        <p:txBody>
          <a:bodyPr/>
          <a:lstStyle/>
          <a:p>
            <a:r>
              <a:rPr lang="en-IN" dirty="0"/>
              <a:t>Problem formulation</a:t>
            </a:r>
          </a:p>
        </p:txBody>
      </p:sp>
    </p:spTree>
    <p:extLst>
      <p:ext uri="{BB962C8B-B14F-4D97-AF65-F5344CB8AC3E}">
        <p14:creationId xmlns:p14="http://schemas.microsoft.com/office/powerpoint/2010/main" val="32216742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5932D-351C-0885-BF2E-217579A4ACD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DF8DBA-9DCD-4B7B-737F-A1315D917E9C}"/>
              </a:ext>
            </a:extLst>
          </p:cNvPr>
          <p:cNvSpPr>
            <a:spLocks noGrp="1"/>
          </p:cNvSpPr>
          <p:nvPr>
            <p:ph idx="1"/>
          </p:nvPr>
        </p:nvSpPr>
        <p:spPr/>
        <p:txBody>
          <a:bodyPr/>
          <a:lstStyle/>
          <a:p>
            <a:r>
              <a:rPr lang="en-IN" b="1" dirty="0"/>
              <a:t>Transition Model</a:t>
            </a:r>
            <a:endParaRPr lang="en-IN" dirty="0"/>
          </a:p>
          <a:p>
            <a:r>
              <a:rPr lang="en-IN" dirty="0"/>
              <a:t>The transition model describes how the system moves from one state to another after an action.</a:t>
            </a:r>
          </a:p>
          <a:p>
            <a:r>
              <a:rPr lang="en-IN" dirty="0"/>
              <a:t>Examples:</a:t>
            </a:r>
          </a:p>
          <a:p>
            <a:pPr lvl="0"/>
            <a:r>
              <a:rPr lang="en-IN" dirty="0"/>
              <a:t>If customer picks an item:</a:t>
            </a:r>
          </a:p>
          <a:p>
            <a:pPr lvl="0"/>
            <a:r>
              <a:rPr lang="en-IN" dirty="0"/>
              <a:t>Shelf weight decreases</a:t>
            </a:r>
          </a:p>
          <a:p>
            <a:pPr lvl="0"/>
            <a:r>
              <a:rPr lang="en-IN" dirty="0"/>
              <a:t>Camera detects hand-item interaction</a:t>
            </a:r>
          </a:p>
          <a:p>
            <a:pPr lvl="0"/>
            <a:r>
              <a:rPr lang="en-IN" dirty="0"/>
              <a:t>RFID scanner detects item movement</a:t>
            </a:r>
          </a:p>
          <a:p>
            <a:pPr lvl="0"/>
            <a:r>
              <a:rPr lang="en-IN" dirty="0"/>
              <a:t>Customer cart is updated</a:t>
            </a:r>
          </a:p>
          <a:p>
            <a:pPr lvl="0"/>
            <a:r>
              <a:rPr lang="en-IN" dirty="0"/>
              <a:t>Bill is increased</a:t>
            </a:r>
          </a:p>
          <a:p>
            <a:endParaRPr lang="en-IN" dirty="0"/>
          </a:p>
        </p:txBody>
      </p:sp>
      <p:sp>
        <p:nvSpPr>
          <p:cNvPr id="3" name="Content Placeholder 2">
            <a:extLst>
              <a:ext uri="{FF2B5EF4-FFF2-40B4-BE49-F238E27FC236}">
                <a16:creationId xmlns:a16="http://schemas.microsoft.com/office/drawing/2014/main" id="{CC3FD238-80B5-BEB5-8C8A-D02928556487}"/>
              </a:ext>
            </a:extLst>
          </p:cNvPr>
          <p:cNvSpPr>
            <a:spLocks noGrp="1"/>
          </p:cNvSpPr>
          <p:nvPr>
            <p:ph sz="quarter" idx="10"/>
          </p:nvPr>
        </p:nvSpPr>
        <p:spPr/>
        <p:txBody>
          <a:bodyPr/>
          <a:lstStyle/>
          <a:p>
            <a:r>
              <a:rPr lang="en-IN" dirty="0"/>
              <a:t>Problem formulation</a:t>
            </a:r>
          </a:p>
        </p:txBody>
      </p:sp>
    </p:spTree>
    <p:extLst>
      <p:ext uri="{BB962C8B-B14F-4D97-AF65-F5344CB8AC3E}">
        <p14:creationId xmlns:p14="http://schemas.microsoft.com/office/powerpoint/2010/main" val="2403210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14F04-39F5-5E89-259A-42C231E68E3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697B03-B555-75FC-CDA5-AE4B995DD3A4}"/>
              </a:ext>
            </a:extLst>
          </p:cNvPr>
          <p:cNvSpPr>
            <a:spLocks noGrp="1"/>
          </p:cNvSpPr>
          <p:nvPr>
            <p:ph idx="1"/>
          </p:nvPr>
        </p:nvSpPr>
        <p:spPr>
          <a:xfrm>
            <a:off x="389835" y="1295400"/>
            <a:ext cx="10972800" cy="4525963"/>
          </a:xfrm>
        </p:spPr>
        <p:txBody>
          <a:bodyPr/>
          <a:lstStyle/>
          <a:p>
            <a:r>
              <a:rPr lang="en-IN" b="1" dirty="0"/>
              <a:t>If customer returns an item:</a:t>
            </a:r>
          </a:p>
          <a:p>
            <a:pPr lvl="0"/>
            <a:r>
              <a:rPr lang="en-IN" dirty="0"/>
              <a:t>Shelf weight increases</a:t>
            </a:r>
          </a:p>
          <a:p>
            <a:pPr lvl="0"/>
            <a:r>
              <a:rPr lang="en-IN" dirty="0"/>
              <a:t>Camera detects item placement</a:t>
            </a:r>
          </a:p>
          <a:p>
            <a:pPr lvl="0"/>
            <a:r>
              <a:rPr lang="en-IN" dirty="0"/>
              <a:t>RFID tag returns to shelf region</a:t>
            </a:r>
          </a:p>
          <a:p>
            <a:pPr lvl="0"/>
            <a:r>
              <a:rPr lang="en-IN" dirty="0"/>
              <a:t>Customer cart is updated</a:t>
            </a:r>
          </a:p>
          <a:p>
            <a:pPr lvl="0"/>
            <a:r>
              <a:rPr lang="en-IN" dirty="0"/>
              <a:t>Bill is reduced</a:t>
            </a:r>
          </a:p>
          <a:p>
            <a:r>
              <a:rPr lang="en-IN" b="1" dirty="0"/>
              <a:t>If customer exits:</a:t>
            </a:r>
          </a:p>
          <a:p>
            <a:pPr lvl="0"/>
            <a:r>
              <a:rPr lang="en-IN" dirty="0"/>
              <a:t>System finalizes detected items</a:t>
            </a:r>
          </a:p>
          <a:p>
            <a:pPr lvl="0"/>
            <a:r>
              <a:rPr lang="en-IN" dirty="0"/>
              <a:t>Payment is processed</a:t>
            </a:r>
          </a:p>
          <a:p>
            <a:pPr lvl="0"/>
            <a:r>
              <a:rPr lang="en-IN" dirty="0"/>
              <a:t>Receipt is generated</a:t>
            </a:r>
          </a:p>
          <a:p>
            <a:pPr lvl="0"/>
            <a:r>
              <a:rPr lang="en-IN" dirty="0"/>
              <a:t>Inventory is updated</a:t>
            </a:r>
          </a:p>
          <a:p>
            <a:endParaRPr lang="en-IN" dirty="0"/>
          </a:p>
        </p:txBody>
      </p:sp>
      <p:sp>
        <p:nvSpPr>
          <p:cNvPr id="3" name="Content Placeholder 2">
            <a:extLst>
              <a:ext uri="{FF2B5EF4-FFF2-40B4-BE49-F238E27FC236}">
                <a16:creationId xmlns:a16="http://schemas.microsoft.com/office/drawing/2014/main" id="{3158A0C3-451A-3D02-5E58-0353F63CDBA4}"/>
              </a:ext>
            </a:extLst>
          </p:cNvPr>
          <p:cNvSpPr>
            <a:spLocks noGrp="1"/>
          </p:cNvSpPr>
          <p:nvPr>
            <p:ph sz="quarter" idx="10"/>
          </p:nvPr>
        </p:nvSpPr>
        <p:spPr/>
        <p:txBody>
          <a:bodyPr/>
          <a:lstStyle/>
          <a:p>
            <a:r>
              <a:rPr lang="en-IN" dirty="0"/>
              <a:t>Problem formulation</a:t>
            </a:r>
          </a:p>
        </p:txBody>
      </p:sp>
    </p:spTree>
    <p:extLst>
      <p:ext uri="{BB962C8B-B14F-4D97-AF65-F5344CB8AC3E}">
        <p14:creationId xmlns:p14="http://schemas.microsoft.com/office/powerpoint/2010/main" val="42642462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A039F-9F0E-5E85-6305-B5A01FC33A1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6CFF24-1DB3-2748-B28C-C2953B11A25C}"/>
              </a:ext>
            </a:extLst>
          </p:cNvPr>
          <p:cNvSpPr>
            <a:spLocks noGrp="1"/>
          </p:cNvSpPr>
          <p:nvPr>
            <p:ph idx="1"/>
          </p:nvPr>
        </p:nvSpPr>
        <p:spPr/>
        <p:txBody>
          <a:bodyPr/>
          <a:lstStyle/>
          <a:p>
            <a:r>
              <a:rPr lang="en-IN" b="1" dirty="0"/>
              <a:t>Goal Test</a:t>
            </a:r>
            <a:endParaRPr lang="en-IN" dirty="0"/>
          </a:p>
          <a:p>
            <a:r>
              <a:rPr lang="en-IN" dirty="0"/>
              <a:t>The goal test checks whether checkout is complete.</a:t>
            </a:r>
          </a:p>
          <a:p>
            <a:pPr lvl="0"/>
            <a:r>
              <a:rPr lang="en-IN" dirty="0"/>
              <a:t>Customer has exited the store</a:t>
            </a:r>
          </a:p>
          <a:p>
            <a:pPr lvl="0"/>
            <a:r>
              <a:rPr lang="en-IN" dirty="0"/>
              <a:t>All selected items are correctly identified</a:t>
            </a:r>
          </a:p>
          <a:p>
            <a:pPr lvl="0"/>
            <a:r>
              <a:rPr lang="en-IN" dirty="0"/>
              <a:t>Final bill is accurate</a:t>
            </a:r>
          </a:p>
          <a:p>
            <a:pPr lvl="0"/>
            <a:r>
              <a:rPr lang="en-IN" dirty="0"/>
              <a:t>Payment is successful</a:t>
            </a:r>
          </a:p>
          <a:p>
            <a:pPr lvl="0"/>
            <a:r>
              <a:rPr lang="en-IN" dirty="0"/>
              <a:t>Receipt is generated</a:t>
            </a:r>
          </a:p>
          <a:p>
            <a:pPr lvl="0"/>
            <a:r>
              <a:rPr lang="en-IN" dirty="0"/>
              <a:t>Inventory is updated</a:t>
            </a:r>
          </a:p>
          <a:p>
            <a:endParaRPr lang="en-IN" dirty="0"/>
          </a:p>
        </p:txBody>
      </p:sp>
      <p:sp>
        <p:nvSpPr>
          <p:cNvPr id="3" name="Content Placeholder 2">
            <a:extLst>
              <a:ext uri="{FF2B5EF4-FFF2-40B4-BE49-F238E27FC236}">
                <a16:creationId xmlns:a16="http://schemas.microsoft.com/office/drawing/2014/main" id="{180BE2B3-44D4-1D66-C744-ECA4A4B676FE}"/>
              </a:ext>
            </a:extLst>
          </p:cNvPr>
          <p:cNvSpPr>
            <a:spLocks noGrp="1"/>
          </p:cNvSpPr>
          <p:nvPr>
            <p:ph sz="quarter" idx="10"/>
          </p:nvPr>
        </p:nvSpPr>
        <p:spPr/>
        <p:txBody>
          <a:bodyPr/>
          <a:lstStyle/>
          <a:p>
            <a:r>
              <a:rPr lang="en-IN" dirty="0"/>
              <a:t>Problem formulation</a:t>
            </a:r>
          </a:p>
        </p:txBody>
      </p:sp>
    </p:spTree>
    <p:extLst>
      <p:ext uri="{BB962C8B-B14F-4D97-AF65-F5344CB8AC3E}">
        <p14:creationId xmlns:p14="http://schemas.microsoft.com/office/powerpoint/2010/main" val="28366427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20721-1962-F249-344D-3D59D25EE63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4D3258-C6DB-2FD0-6982-76174B0960A9}"/>
              </a:ext>
            </a:extLst>
          </p:cNvPr>
          <p:cNvSpPr>
            <a:spLocks noGrp="1"/>
          </p:cNvSpPr>
          <p:nvPr>
            <p:ph idx="1"/>
          </p:nvPr>
        </p:nvSpPr>
        <p:spPr>
          <a:xfrm>
            <a:off x="475974" y="1295400"/>
            <a:ext cx="10972800" cy="4525963"/>
          </a:xfrm>
        </p:spPr>
        <p:txBody>
          <a:bodyPr/>
          <a:lstStyle/>
          <a:p>
            <a:r>
              <a:rPr lang="en-IN" sz="2000" b="1" dirty="0"/>
              <a:t>Path Cost</a:t>
            </a:r>
            <a:endParaRPr lang="en-IN" sz="2000" dirty="0"/>
          </a:p>
          <a:p>
            <a:r>
              <a:rPr lang="en-IN" sz="2000" dirty="0"/>
              <a:t>The path cost may include multiple factors:</a:t>
            </a:r>
          </a:p>
          <a:p>
            <a:pPr lvl="0"/>
            <a:r>
              <a:rPr lang="en-IN" sz="2000" dirty="0"/>
              <a:t>Incorrect item detection cost</a:t>
            </a:r>
          </a:p>
          <a:p>
            <a:pPr lvl="0"/>
            <a:r>
              <a:rPr lang="en-IN" sz="2000" dirty="0"/>
              <a:t>Delay in billing cos</a:t>
            </a:r>
          </a:p>
          <a:p>
            <a:pPr lvl="0"/>
            <a:r>
              <a:rPr lang="en-IN" sz="2000" dirty="0"/>
              <a:t>Customer waiting time</a:t>
            </a:r>
          </a:p>
          <a:p>
            <a:pPr lvl="0"/>
            <a:r>
              <a:rPr lang="en-IN" sz="2000" dirty="0"/>
              <a:t>Payment failure cost</a:t>
            </a:r>
          </a:p>
          <a:p>
            <a:pPr lvl="0"/>
            <a:r>
              <a:rPr lang="en-IN" sz="2000" dirty="0"/>
              <a:t>Inventory mismatch cost</a:t>
            </a:r>
          </a:p>
          <a:p>
            <a:pPr lvl="0"/>
            <a:r>
              <a:rPr lang="en-IN" sz="2000" dirty="0"/>
              <a:t>False fraud alert cost</a:t>
            </a:r>
          </a:p>
          <a:p>
            <a:pPr lvl="0"/>
            <a:r>
              <a:rPr lang="en-IN" sz="2000" dirty="0"/>
              <a:t>Sensor processing cost</a:t>
            </a:r>
          </a:p>
          <a:p>
            <a:pPr lvl="0"/>
            <a:r>
              <a:rPr lang="en-IN" sz="2000" dirty="0"/>
              <a:t>Customer dissatisfaction cost</a:t>
            </a:r>
          </a:p>
          <a:p>
            <a:r>
              <a:rPr lang="en-IN" sz="2000" dirty="0"/>
              <a:t>The system should minimize:</a:t>
            </a:r>
          </a:p>
          <a:p>
            <a:r>
              <a:rPr lang="en-IN" sz="2000" i="1" dirty="0"/>
              <a:t>Billing errors + checkout delay + sensor uncertainty + fraud risk + customer inconvenience</a:t>
            </a:r>
            <a:endParaRPr lang="en-IN" sz="2000" dirty="0"/>
          </a:p>
          <a:p>
            <a:endParaRPr lang="en-IN" dirty="0"/>
          </a:p>
        </p:txBody>
      </p:sp>
      <p:sp>
        <p:nvSpPr>
          <p:cNvPr id="3" name="Content Placeholder 2">
            <a:extLst>
              <a:ext uri="{FF2B5EF4-FFF2-40B4-BE49-F238E27FC236}">
                <a16:creationId xmlns:a16="http://schemas.microsoft.com/office/drawing/2014/main" id="{605B8E80-988E-284D-4F2D-81B1597945D4}"/>
              </a:ext>
            </a:extLst>
          </p:cNvPr>
          <p:cNvSpPr>
            <a:spLocks noGrp="1"/>
          </p:cNvSpPr>
          <p:nvPr>
            <p:ph sz="quarter" idx="10"/>
          </p:nvPr>
        </p:nvSpPr>
        <p:spPr/>
        <p:txBody>
          <a:bodyPr/>
          <a:lstStyle/>
          <a:p>
            <a:r>
              <a:rPr lang="en-IN" dirty="0"/>
              <a:t>Problem formulation</a:t>
            </a:r>
          </a:p>
        </p:txBody>
      </p:sp>
    </p:spTree>
    <p:extLst>
      <p:ext uri="{BB962C8B-B14F-4D97-AF65-F5344CB8AC3E}">
        <p14:creationId xmlns:p14="http://schemas.microsoft.com/office/powerpoint/2010/main" val="430866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7F708-E528-329D-839A-80C98E50F08A}"/>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8B1B55A-81EA-9C88-C16D-D070EA26DA2D}"/>
              </a:ext>
            </a:extLst>
          </p:cNvPr>
          <p:cNvGraphicFramePr>
            <a:graphicFrameLocks noGrp="1"/>
          </p:cNvGraphicFramePr>
          <p:nvPr>
            <p:ph idx="1"/>
            <p:extLst>
              <p:ext uri="{D42A27DB-BD31-4B8C-83A1-F6EECF244321}">
                <p14:modId xmlns:p14="http://schemas.microsoft.com/office/powerpoint/2010/main" val="1844717032"/>
              </p:ext>
            </p:extLst>
          </p:nvPr>
        </p:nvGraphicFramePr>
        <p:xfrm>
          <a:off x="584199" y="1639282"/>
          <a:ext cx="11023601" cy="4761517"/>
        </p:xfrm>
        <a:graphic>
          <a:graphicData uri="http://schemas.openxmlformats.org/drawingml/2006/table">
            <a:tbl>
              <a:tblPr firstRow="1" firstCol="1" bandRow="1">
                <a:tableStyleId>{5C22544A-7EE6-4342-B048-85BDC9FD1C3A}</a:tableStyleId>
              </a:tblPr>
              <a:tblGrid>
                <a:gridCol w="3006639">
                  <a:extLst>
                    <a:ext uri="{9D8B030D-6E8A-4147-A177-3AD203B41FA5}">
                      <a16:colId xmlns:a16="http://schemas.microsoft.com/office/drawing/2014/main" val="2445282383"/>
                    </a:ext>
                  </a:extLst>
                </a:gridCol>
                <a:gridCol w="8016962">
                  <a:extLst>
                    <a:ext uri="{9D8B030D-6E8A-4147-A177-3AD203B41FA5}">
                      <a16:colId xmlns:a16="http://schemas.microsoft.com/office/drawing/2014/main" val="812685595"/>
                    </a:ext>
                  </a:extLst>
                </a:gridCol>
              </a:tblGrid>
              <a:tr h="398859">
                <a:tc>
                  <a:txBody>
                    <a:bodyPr/>
                    <a:lstStyle/>
                    <a:p>
                      <a:pPr>
                        <a:lnSpc>
                          <a:spcPct val="107000"/>
                        </a:lnSpc>
                        <a:spcAft>
                          <a:spcPts val="800"/>
                        </a:spcAft>
                        <a:buNone/>
                      </a:pPr>
                      <a:r>
                        <a:rPr lang="en-IN" sz="2000" kern="100">
                          <a:effectLst/>
                        </a:rPr>
                        <a:t>PEAS Component</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a:effectLst/>
                        </a:rPr>
                        <a:t>Description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2315692722"/>
                  </a:ext>
                </a:extLst>
              </a:tr>
              <a:tr h="1189494">
                <a:tc>
                  <a:txBody>
                    <a:bodyPr/>
                    <a:lstStyle/>
                    <a:p>
                      <a:pPr>
                        <a:lnSpc>
                          <a:spcPct val="107000"/>
                        </a:lnSpc>
                        <a:spcAft>
                          <a:spcPts val="800"/>
                        </a:spcAft>
                        <a:buNone/>
                      </a:pPr>
                      <a:r>
                        <a:rPr lang="en-IN" sz="2000" kern="100">
                          <a:effectLst/>
                        </a:rPr>
                        <a:t>Performance Measure</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dirty="0">
                          <a:effectLst/>
                        </a:rPr>
                        <a:t>Accurate item detection, correct billing, fast checkout, low customer waiting time, reduced theft, low false alerts, successful payment, accurate inventory update, high customer satisfaction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119647117"/>
                  </a:ext>
                </a:extLst>
              </a:tr>
              <a:tr h="794176">
                <a:tc>
                  <a:txBody>
                    <a:bodyPr/>
                    <a:lstStyle/>
                    <a:p>
                      <a:pPr>
                        <a:lnSpc>
                          <a:spcPct val="107000"/>
                        </a:lnSpc>
                        <a:spcAft>
                          <a:spcPts val="800"/>
                        </a:spcAft>
                        <a:buNone/>
                      </a:pPr>
                      <a:r>
                        <a:rPr lang="en-IN" sz="2000" kern="100">
                          <a:effectLst/>
                        </a:rPr>
                        <a:t>Environment</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dirty="0">
                          <a:effectLst/>
                        </a:rPr>
                        <a:t>Supermarket aisles, shelves, products, customers, shopping carts/baskets, entry gate, exit gate, mobile app, payment gateway, store inventory database</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779647394"/>
                  </a:ext>
                </a:extLst>
              </a:tr>
              <a:tr h="1189494">
                <a:tc>
                  <a:txBody>
                    <a:bodyPr/>
                    <a:lstStyle/>
                    <a:p>
                      <a:pPr>
                        <a:lnSpc>
                          <a:spcPct val="107000"/>
                        </a:lnSpc>
                        <a:spcAft>
                          <a:spcPts val="800"/>
                        </a:spcAft>
                        <a:buNone/>
                      </a:pPr>
                      <a:r>
                        <a:rPr lang="en-IN" sz="2000" kern="100">
                          <a:effectLst/>
                        </a:rPr>
                        <a:t>Actuators</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a:effectLst/>
                        </a:rPr>
                        <a:t>Mobile app notifications, digital bill update, automatic payment trigger, receipt generation, inventory update system, exit gate control, alert system for staff/security</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383417497"/>
                  </a:ext>
                </a:extLst>
              </a:tr>
              <a:tr h="1189494">
                <a:tc>
                  <a:txBody>
                    <a:bodyPr/>
                    <a:lstStyle/>
                    <a:p>
                      <a:pPr>
                        <a:lnSpc>
                          <a:spcPct val="107000"/>
                        </a:lnSpc>
                        <a:spcAft>
                          <a:spcPts val="800"/>
                        </a:spcAft>
                        <a:buNone/>
                      </a:pPr>
                      <a:r>
                        <a:rPr lang="en-IN" sz="2000" kern="100">
                          <a:effectLst/>
                        </a:rPr>
                        <a:t>Sensors</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dirty="0">
                          <a:effectLst/>
                        </a:rPr>
                        <a:t>Cameras, weight sensors on shelves, RFID scanners, entry/exit sensors, mobile app authentication, payment confirmation system, inventory database inputs</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611780430"/>
                  </a:ext>
                </a:extLst>
              </a:tr>
            </a:tbl>
          </a:graphicData>
        </a:graphic>
      </p:graphicFrame>
      <p:sp>
        <p:nvSpPr>
          <p:cNvPr id="3" name="Content Placeholder 2">
            <a:extLst>
              <a:ext uri="{FF2B5EF4-FFF2-40B4-BE49-F238E27FC236}">
                <a16:creationId xmlns:a16="http://schemas.microsoft.com/office/drawing/2014/main" id="{FD735B1E-2C9E-BCA9-3D5B-6A6CC2265E42}"/>
              </a:ext>
            </a:extLst>
          </p:cNvPr>
          <p:cNvSpPr>
            <a:spLocks noGrp="1"/>
          </p:cNvSpPr>
          <p:nvPr>
            <p:ph sz="quarter" idx="10"/>
          </p:nvPr>
        </p:nvSpPr>
        <p:spPr/>
        <p:txBody>
          <a:bodyPr/>
          <a:lstStyle/>
          <a:p>
            <a:r>
              <a:rPr lang="en-IN" dirty="0"/>
              <a:t>PEAS</a:t>
            </a:r>
          </a:p>
        </p:txBody>
      </p:sp>
    </p:spTree>
    <p:extLst>
      <p:ext uri="{BB962C8B-B14F-4D97-AF65-F5344CB8AC3E}">
        <p14:creationId xmlns:p14="http://schemas.microsoft.com/office/powerpoint/2010/main" val="12558352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1C2E1FC-2585-7665-CD83-07ED1A22EA8C}"/>
              </a:ext>
            </a:extLst>
          </p:cNvPr>
          <p:cNvGraphicFramePr>
            <a:graphicFrameLocks noGrp="1"/>
          </p:cNvGraphicFramePr>
          <p:nvPr>
            <p:ph idx="1"/>
            <p:extLst>
              <p:ext uri="{D42A27DB-BD31-4B8C-83A1-F6EECF244321}">
                <p14:modId xmlns:p14="http://schemas.microsoft.com/office/powerpoint/2010/main" val="997474724"/>
              </p:ext>
            </p:extLst>
          </p:nvPr>
        </p:nvGraphicFramePr>
        <p:xfrm>
          <a:off x="406399" y="1530625"/>
          <a:ext cx="11262138" cy="4792545"/>
        </p:xfrm>
        <a:graphic>
          <a:graphicData uri="http://schemas.openxmlformats.org/drawingml/2006/table">
            <a:tbl>
              <a:tblPr firstRow="1" firstCol="1" bandRow="1">
                <a:tableStyleId>{5C22544A-7EE6-4342-B048-85BDC9FD1C3A}</a:tableStyleId>
              </a:tblPr>
              <a:tblGrid>
                <a:gridCol w="3002723">
                  <a:extLst>
                    <a:ext uri="{9D8B030D-6E8A-4147-A177-3AD203B41FA5}">
                      <a16:colId xmlns:a16="http://schemas.microsoft.com/office/drawing/2014/main" val="3930813744"/>
                    </a:ext>
                  </a:extLst>
                </a:gridCol>
                <a:gridCol w="3269974">
                  <a:extLst>
                    <a:ext uri="{9D8B030D-6E8A-4147-A177-3AD203B41FA5}">
                      <a16:colId xmlns:a16="http://schemas.microsoft.com/office/drawing/2014/main" val="3622554266"/>
                    </a:ext>
                  </a:extLst>
                </a:gridCol>
                <a:gridCol w="4989441">
                  <a:extLst>
                    <a:ext uri="{9D8B030D-6E8A-4147-A177-3AD203B41FA5}">
                      <a16:colId xmlns:a16="http://schemas.microsoft.com/office/drawing/2014/main" val="2994422397"/>
                    </a:ext>
                  </a:extLst>
                </a:gridCol>
              </a:tblGrid>
              <a:tr h="464466">
                <a:tc>
                  <a:txBody>
                    <a:bodyPr/>
                    <a:lstStyle/>
                    <a:p>
                      <a:pPr>
                        <a:lnSpc>
                          <a:spcPct val="107000"/>
                        </a:lnSpc>
                        <a:spcAft>
                          <a:spcPts val="800"/>
                        </a:spcAft>
                        <a:buNone/>
                      </a:pPr>
                      <a:r>
                        <a:rPr lang="en-IN" sz="2000" kern="100" dirty="0">
                          <a:effectLst/>
                        </a:rPr>
                        <a:t>Dimension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a:effectLst/>
                        </a:rPr>
                        <a:t>Classification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a:effectLst/>
                        </a:rPr>
                        <a:t>Justification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68051849"/>
                  </a:ext>
                </a:extLst>
              </a:tr>
              <a:tr h="464466">
                <a:tc>
                  <a:txBody>
                    <a:bodyPr/>
                    <a:lstStyle/>
                    <a:p>
                      <a:pPr>
                        <a:lnSpc>
                          <a:spcPct val="107000"/>
                        </a:lnSpc>
                        <a:spcAft>
                          <a:spcPts val="800"/>
                        </a:spcAft>
                        <a:buNone/>
                      </a:pPr>
                      <a:r>
                        <a:rPr lang="en-IN" sz="2000" kern="100" dirty="0">
                          <a:effectLst/>
                        </a:rPr>
                        <a:t>Observability</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a:effectLst/>
                        </a:rPr>
                        <a:t>Partially observable</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a:effectLst/>
                        </a:rPr>
                        <a:t>Sensors may miss or misread actions</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586454442"/>
                  </a:ext>
                </a:extLst>
              </a:tr>
              <a:tr h="464466">
                <a:tc>
                  <a:txBody>
                    <a:bodyPr/>
                    <a:lstStyle/>
                    <a:p>
                      <a:pPr>
                        <a:lnSpc>
                          <a:spcPct val="107000"/>
                        </a:lnSpc>
                        <a:spcAft>
                          <a:spcPts val="800"/>
                        </a:spcAft>
                        <a:buNone/>
                      </a:pPr>
                      <a:r>
                        <a:rPr lang="en-IN" sz="2000" kern="100" dirty="0">
                          <a:effectLst/>
                        </a:rPr>
                        <a:t>Agents</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a:effectLst/>
                        </a:rPr>
                        <a:t>Multi-agent</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a:effectLst/>
                        </a:rPr>
                        <a:t>Many customers, staff, and systems interact</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4230594404"/>
                  </a:ext>
                </a:extLst>
              </a:tr>
              <a:tr h="464466">
                <a:tc>
                  <a:txBody>
                    <a:bodyPr/>
                    <a:lstStyle/>
                    <a:p>
                      <a:pPr>
                        <a:lnSpc>
                          <a:spcPct val="107000"/>
                        </a:lnSpc>
                        <a:spcAft>
                          <a:spcPts val="800"/>
                        </a:spcAft>
                        <a:buNone/>
                      </a:pPr>
                      <a:r>
                        <a:rPr lang="en-IN" sz="2000" kern="100">
                          <a:effectLst/>
                        </a:rPr>
                        <a:t>Determinism</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dirty="0">
                          <a:effectLst/>
                        </a:rPr>
                        <a:t>Stochastic</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a:effectLst/>
                        </a:rPr>
                        <a:t>Sensor errors and human behavior introduce uncertainty</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2901994656"/>
                  </a:ext>
                </a:extLst>
              </a:tr>
              <a:tr h="464466">
                <a:tc>
                  <a:txBody>
                    <a:bodyPr/>
                    <a:lstStyle/>
                    <a:p>
                      <a:pPr>
                        <a:lnSpc>
                          <a:spcPct val="107000"/>
                        </a:lnSpc>
                        <a:spcAft>
                          <a:spcPts val="800"/>
                        </a:spcAft>
                        <a:buNone/>
                      </a:pPr>
                      <a:r>
                        <a:rPr lang="en-IN" sz="2000" kern="100">
                          <a:effectLst/>
                        </a:rPr>
                        <a:t>Episodic/Sequential</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dirty="0">
                          <a:effectLst/>
                        </a:rPr>
                        <a:t>Sequential</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a:effectLst/>
                        </a:rPr>
                        <a:t>Earlier detections affect final billing</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865736186"/>
                  </a:ext>
                </a:extLst>
              </a:tr>
              <a:tr h="464466">
                <a:tc>
                  <a:txBody>
                    <a:bodyPr/>
                    <a:lstStyle/>
                    <a:p>
                      <a:pPr>
                        <a:lnSpc>
                          <a:spcPct val="107000"/>
                        </a:lnSpc>
                        <a:spcAft>
                          <a:spcPts val="800"/>
                        </a:spcAft>
                        <a:buNone/>
                      </a:pPr>
                      <a:r>
                        <a:rPr lang="en-IN" sz="2000" kern="100">
                          <a:effectLst/>
                        </a:rPr>
                        <a:t>Static/Dynamic</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dirty="0">
                          <a:effectLst/>
                        </a:rPr>
                        <a:t>Dynamic</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a:effectLst/>
                        </a:rPr>
                        <a:t>Customers and items change continuously</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651334632"/>
                  </a:ext>
                </a:extLst>
              </a:tr>
              <a:tr h="907511">
                <a:tc>
                  <a:txBody>
                    <a:bodyPr/>
                    <a:lstStyle/>
                    <a:p>
                      <a:pPr>
                        <a:lnSpc>
                          <a:spcPct val="107000"/>
                        </a:lnSpc>
                        <a:spcAft>
                          <a:spcPts val="800"/>
                        </a:spcAft>
                        <a:buNone/>
                      </a:pPr>
                      <a:r>
                        <a:rPr lang="en-IN" sz="2000" kern="100">
                          <a:effectLst/>
                        </a:rPr>
                        <a:t>Discrete/Continuous</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dirty="0">
                          <a:effectLst/>
                        </a:rPr>
                        <a:t>Hybrid, mostly continuous</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dirty="0">
                          <a:effectLst/>
                        </a:rPr>
                        <a:t>Item identities are discrete, but tracking and sensing are continuous</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344993815"/>
                  </a:ext>
                </a:extLst>
              </a:tr>
              <a:tr h="907511">
                <a:tc>
                  <a:txBody>
                    <a:bodyPr/>
                    <a:lstStyle/>
                    <a:p>
                      <a:pPr>
                        <a:lnSpc>
                          <a:spcPct val="107000"/>
                        </a:lnSpc>
                        <a:spcAft>
                          <a:spcPts val="800"/>
                        </a:spcAft>
                        <a:buNone/>
                      </a:pPr>
                      <a:r>
                        <a:rPr lang="en-IN" sz="2000" kern="100">
                          <a:effectLst/>
                        </a:rPr>
                        <a:t>Known/Unknown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a:effectLst/>
                        </a:rPr>
                        <a:t>Mostly known</a:t>
                      </a:r>
                      <a:endParaRPr lang="en-IN" sz="2000" kern="10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tc>
                  <a:txBody>
                    <a:bodyPr/>
                    <a:lstStyle/>
                    <a:p>
                      <a:pPr>
                        <a:lnSpc>
                          <a:spcPct val="107000"/>
                        </a:lnSpc>
                        <a:spcAft>
                          <a:spcPts val="800"/>
                        </a:spcAft>
                        <a:buNone/>
                      </a:pPr>
                      <a:r>
                        <a:rPr lang="en-IN" sz="2000" kern="100" dirty="0">
                          <a:effectLst/>
                        </a:rPr>
                        <a:t>Store rules are known, but </a:t>
                      </a:r>
                      <a:r>
                        <a:rPr lang="en-IN" sz="2000" kern="100" dirty="0" err="1">
                          <a:effectLst/>
                        </a:rPr>
                        <a:t>behavior</a:t>
                      </a:r>
                      <a:r>
                        <a:rPr lang="en-IN" sz="2000" kern="100" dirty="0">
                          <a:effectLst/>
                        </a:rPr>
                        <a:t> and sensor readings are uncertain</a:t>
                      </a:r>
                      <a:endParaRPr lang="en-IN" sz="2000" kern="100" dirty="0">
                        <a:solidFill>
                          <a:srgbClr val="000000"/>
                        </a:solidFill>
                        <a:effectLst/>
                        <a:latin typeface="Times New Roman" panose="02020603050405020304" pitchFamily="18" charset="0"/>
                        <a:ea typeface="Calibri" panose="020F050202020403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622823661"/>
                  </a:ext>
                </a:extLst>
              </a:tr>
            </a:tbl>
          </a:graphicData>
        </a:graphic>
      </p:graphicFrame>
      <p:sp>
        <p:nvSpPr>
          <p:cNvPr id="3" name="Content Placeholder 2">
            <a:extLst>
              <a:ext uri="{FF2B5EF4-FFF2-40B4-BE49-F238E27FC236}">
                <a16:creationId xmlns:a16="http://schemas.microsoft.com/office/drawing/2014/main" id="{C4922331-61C7-F33A-9EA9-B1D8F2E2586D}"/>
              </a:ext>
            </a:extLst>
          </p:cNvPr>
          <p:cNvSpPr>
            <a:spLocks noGrp="1"/>
          </p:cNvSpPr>
          <p:nvPr>
            <p:ph sz="quarter" idx="10"/>
          </p:nvPr>
        </p:nvSpPr>
        <p:spPr/>
        <p:txBody>
          <a:bodyPr/>
          <a:lstStyle/>
          <a:p>
            <a:r>
              <a:rPr lang="en-IN" dirty="0"/>
              <a:t>Environment </a:t>
            </a:r>
          </a:p>
        </p:txBody>
      </p:sp>
    </p:spTree>
    <p:extLst>
      <p:ext uri="{BB962C8B-B14F-4D97-AF65-F5344CB8AC3E}">
        <p14:creationId xmlns:p14="http://schemas.microsoft.com/office/powerpoint/2010/main" val="27560502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ilaniTemplate" id="{8F0D2DFD-EC7F-4D0A-98D1-F33F22B163D3}" vid="{99A2A52D-FDB1-488E-9133-A1A0B416DB4C}"/>
    </a:ext>
  </a:extLst>
</a:theme>
</file>

<file path=docProps/app.xml><?xml version="1.0" encoding="utf-8"?>
<Properties xmlns="http://schemas.openxmlformats.org/officeDocument/2006/extended-properties" xmlns:vt="http://schemas.openxmlformats.org/officeDocument/2006/docPropsVTypes">
  <Template>PilaniTemplate</Template>
  <TotalTime>1162</TotalTime>
  <Words>2483</Words>
  <Application>Microsoft Office PowerPoint</Application>
  <PresentationFormat>Widescreen</PresentationFormat>
  <Paragraphs>502</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Cambria Math</vt:lpstr>
      <vt:lpstr>Times New Roman</vt:lpstr>
      <vt:lpstr>Office Theme</vt:lpstr>
      <vt:lpstr>Sample questions from previous year exam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sujatha s</dc:creator>
  <cp:lastModifiedBy>sujatha s</cp:lastModifiedBy>
  <cp:revision>1</cp:revision>
  <dcterms:created xsi:type="dcterms:W3CDTF">2026-05-25T05:08:37Z</dcterms:created>
  <dcterms:modified xsi:type="dcterms:W3CDTF">2026-05-26T15:12:13Z</dcterms:modified>
</cp:coreProperties>
</file>